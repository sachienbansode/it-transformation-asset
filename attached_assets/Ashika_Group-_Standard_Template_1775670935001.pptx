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312" r:id="rId2"/>
    <p:sldId id="31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mailto:ashika@ashikagroup.com" TargetMode="External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ashikagroup.com/" TargetMode="Externa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shikagroup.com/" TargetMode="External"/><Relationship Id="rId2" Type="http://schemas.openxmlformats.org/officeDocument/2006/relationships/hyperlink" Target="mailto:ashika@ashikagroup.com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45372F7-E997-9F8A-B42D-30DCAEB6C4C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076148" y="0"/>
            <a:ext cx="4115852" cy="6858000"/>
            <a:chOff x="-9554021" y="613707"/>
            <a:chExt cx="36000000" cy="13716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871B66-4AA8-EA4C-C56B-411EA55019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B19F71F-F2E3-0FA4-8414-5783CB808B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AA79A8-D8B4-82E7-F9D2-13FF3D8355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6F28482-8EFF-9247-5F28-152F07F2B8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028" y="6131169"/>
            <a:ext cx="3599981" cy="246185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Month 20XX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1678EE3D-6101-81FB-DD92-40E9902A04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6028" y="5589588"/>
            <a:ext cx="6299966" cy="541581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Presenter Name / Secondary Information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2D19B80-307C-435E-DECB-063E5D97A8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96028" y="548482"/>
            <a:ext cx="1799766" cy="61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94AE927-9C9C-54E9-86D0-699CA44B0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29" y="2168525"/>
            <a:ext cx="6299966" cy="1453906"/>
          </a:xfrm>
        </p:spPr>
        <p:txBody>
          <a:bodyPr anchor="b"/>
          <a:lstStyle>
            <a:lvl1pPr>
              <a:defRPr sz="4999" spc="-150"/>
            </a:lvl1pPr>
          </a:lstStyle>
          <a:p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DF6E741-C559-D77B-C70E-E7AE4C17ED1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6029" y="3766069"/>
            <a:ext cx="6299966" cy="92340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  <a:lvl2pPr marL="4571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21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32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4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5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6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86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7149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45372F7-E997-9F8A-B42D-30DCAEB6C4C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192000" cy="6858000"/>
            <a:chOff x="-9554021" y="613707"/>
            <a:chExt cx="36000000" cy="13716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871B66-4AA8-EA4C-C56B-411EA55019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>
                    <a:alpha val="2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B19F71F-F2E3-0FA4-8414-5783CB808B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>
                    <a:alpha val="25000"/>
                  </a:schemeClr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AA79A8-D8B4-82E7-F9D2-13FF3D8355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>
                    <a:alpha val="25000"/>
                  </a:schemeClr>
                </a:solidFill>
              </a:endParaRPr>
            </a:p>
          </p:txBody>
        </p:sp>
      </p:grp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6F28482-8EFF-9247-5F28-152F07F2B8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028" y="6131169"/>
            <a:ext cx="3599981" cy="246185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>
                    <a:alpha val="5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Month 20XX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1678EE3D-6101-81FB-DD92-40E9902A04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6028" y="5589588"/>
            <a:ext cx="6299966" cy="541581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Presenter Name / Secondary Information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2D19B80-307C-435E-DECB-063E5D97A8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028" y="548482"/>
            <a:ext cx="1799766" cy="61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EBF27F-E413-1F02-F18A-9502818970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29" y="2168525"/>
            <a:ext cx="6299966" cy="1453906"/>
          </a:xfrm>
        </p:spPr>
        <p:txBody>
          <a:bodyPr anchor="b"/>
          <a:lstStyle>
            <a:lvl1pPr>
              <a:defRPr sz="4999" spc="-15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36079-AAC5-20A3-4D08-B0EF38A623F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6029" y="3766069"/>
            <a:ext cx="6299966" cy="92340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  <a:lvl2pPr marL="4571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21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32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4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5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6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86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9812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45372F7-E997-9F8A-B42D-30DCAEB6C4CB}"/>
              </a:ext>
            </a:extLst>
          </p:cNvPr>
          <p:cNvGrpSpPr>
            <a:grpSpLocks/>
          </p:cNvGrpSpPr>
          <p:nvPr userDrawn="1"/>
        </p:nvGrpSpPr>
        <p:grpSpPr>
          <a:xfrm>
            <a:off x="7895991" y="0"/>
            <a:ext cx="719838" cy="6858000"/>
            <a:chOff x="-9554021" y="613707"/>
            <a:chExt cx="36000000" cy="13716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871B66-4AA8-EA4C-C56B-411EA5501946}"/>
                </a:ext>
              </a:extLst>
            </p:cNvPr>
            <p:cNvSpPr>
              <a:spLocks/>
            </p:cNvSpPr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B19F71F-F2E3-0FA4-8414-5783CB808B48}"/>
                </a:ext>
              </a:extLst>
            </p:cNvPr>
            <p:cNvSpPr>
              <a:spLocks/>
            </p:cNvSpPr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AA79A8-D8B4-82E7-F9D2-13FF3D835520}"/>
                </a:ext>
              </a:extLst>
            </p:cNvPr>
            <p:cNvSpPr>
              <a:spLocks/>
            </p:cNvSpPr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7FE06AAD-A41F-ACD8-C96E-CA0E5DCE7C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96028" y="548482"/>
            <a:ext cx="1799766" cy="618000"/>
          </a:xfrm>
          <a:prstGeom prst="rect">
            <a:avLst/>
          </a:prstGeom>
        </p:spPr>
      </p:pic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570F4DBE-BE74-264F-1708-A0AF10586BA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615829" y="0"/>
            <a:ext cx="3576171" cy="6858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Background Image here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F371ED0A-15EB-BC29-E356-D4462D3555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028" y="6131169"/>
            <a:ext cx="3599981" cy="246185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Month 20XX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E37270DF-8D8D-3F21-3C91-8FFD8CD89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6028" y="5589588"/>
            <a:ext cx="6299966" cy="541581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Presenter Name / Secondary Information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0744E-9107-01A2-A432-A393DEA68C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29" y="2168525"/>
            <a:ext cx="6299966" cy="1453906"/>
          </a:xfrm>
        </p:spPr>
        <p:txBody>
          <a:bodyPr anchor="b"/>
          <a:lstStyle>
            <a:lvl1pPr>
              <a:defRPr sz="4999" spc="-150"/>
            </a:lvl1pPr>
          </a:lstStyle>
          <a:p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07CFD-EAAA-5653-8DC0-057F6F1083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6029" y="3766069"/>
            <a:ext cx="6299966" cy="92340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  <a:lvl2pPr marL="4571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21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32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4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5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6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86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25624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Contents / 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984D517-D84F-817B-9CB9-AAAC6E3D24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3068637"/>
            <a:ext cx="2519672" cy="2520951"/>
          </a:xfrm>
          <a:solidFill>
            <a:schemeClr val="accent1"/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E32F8F2-9510-BEF4-46BF-01E1C8D8A3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56453" y="2709588"/>
            <a:ext cx="2519672" cy="2880000"/>
          </a:xfrm>
          <a:solidFill>
            <a:schemeClr val="accent1"/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A947B07B-02A4-288D-9D97-79BC1FD9F8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6877" y="2349588"/>
            <a:ext cx="2519672" cy="3240000"/>
          </a:xfrm>
          <a:solidFill>
            <a:schemeClr val="accent1"/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D33AC1DC-7F9A-7DC7-569A-3513E3416C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77302" y="1989588"/>
            <a:ext cx="2519672" cy="3600000"/>
          </a:xfrm>
          <a:solidFill>
            <a:schemeClr val="accent1"/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904369-858E-0A76-287C-07123A7584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28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bg1"/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EC057CB9-29B9-C9E7-212B-A8F8526AFD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56453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bg1"/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798B837-231F-44D0-1254-94592A2610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6877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bg1"/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AD3383C-27F6-8C26-7A85-5BB6F2B98F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77302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bg1"/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516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Contents / 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984D517-D84F-817B-9CB9-AAAC6E3D24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3068637"/>
            <a:ext cx="2519672" cy="2520951"/>
          </a:xfrm>
          <a:solidFill>
            <a:schemeClr val="bg1">
              <a:lumMod val="95000"/>
            </a:schemeClr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E32F8F2-9510-BEF4-46BF-01E1C8D8A3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56453" y="2709588"/>
            <a:ext cx="2519672" cy="2880000"/>
          </a:xfrm>
          <a:solidFill>
            <a:schemeClr val="bg1">
              <a:lumMod val="95000"/>
            </a:schemeClr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A947B07B-02A4-288D-9D97-79BC1FD9F8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6877" y="2349588"/>
            <a:ext cx="2519672" cy="3240000"/>
          </a:xfrm>
          <a:solidFill>
            <a:schemeClr val="bg1">
              <a:lumMod val="95000"/>
            </a:schemeClr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D33AC1DC-7F9A-7DC7-569A-3513E3416C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77302" y="1989588"/>
            <a:ext cx="2519672" cy="3600000"/>
          </a:xfrm>
          <a:solidFill>
            <a:schemeClr val="bg1">
              <a:lumMod val="95000"/>
            </a:schemeClr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904369-858E-0A76-287C-07123A7584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28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EC057CB9-29B9-C9E7-212B-A8F8526AFD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56453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798B837-231F-44D0-1254-94592A2610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6877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AD3383C-27F6-8C26-7A85-5BB6F2B98F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77302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01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Contents / 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43B80F5-E86A-0991-66B8-9F9C8AEA1BB2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BD26613-B40B-325E-85ED-8AB134DD1B7A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95D1450-E5DA-A94B-235E-12E6FF3D67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3068637"/>
            <a:ext cx="2519672" cy="2520951"/>
          </a:xfrm>
          <a:solidFill>
            <a:schemeClr val="bg1">
              <a:lumMod val="95000"/>
            </a:schemeClr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C220503B-A96C-B359-8A79-46DE27E170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56453" y="2709588"/>
            <a:ext cx="2519672" cy="2880000"/>
          </a:xfrm>
          <a:solidFill>
            <a:schemeClr val="bg1">
              <a:lumMod val="95000"/>
            </a:schemeClr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C5161C0F-BA8B-C075-4C34-08AF5C76E8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6877" y="2349588"/>
            <a:ext cx="2519672" cy="3240000"/>
          </a:xfrm>
          <a:solidFill>
            <a:schemeClr val="bg1">
              <a:lumMod val="95000"/>
            </a:schemeClr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3E099F48-296C-432A-4DAF-B808C3D46B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77302" y="1989588"/>
            <a:ext cx="2519672" cy="3600000"/>
          </a:xfrm>
          <a:solidFill>
            <a:schemeClr val="bg1">
              <a:lumMod val="95000"/>
            </a:schemeClr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00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43C0567C-451E-915C-0B47-5608FA1D6E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28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13E4B929-132F-D60F-BD79-CC9FD275A0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56453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BFB3A535-0505-C597-25C6-7DF189FDC8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6877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3BCB0F2A-9168-596F-8409-50CC4CCD17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77302" y="4689475"/>
            <a:ext cx="2519672" cy="900113"/>
          </a:xfrm>
          <a:noFill/>
        </p:spPr>
        <p:txBody>
          <a:bodyPr wrap="square" lIns="360000" tIns="288000" rIns="360000" bIns="28800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91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Contents / Slide heading comes here</a:t>
            </a:r>
            <a:endParaRPr lang="en-US" dirty="0"/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81554951-26F9-5BA1-F56C-E93EBF61B7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6222" y="1961146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BECD3387-37BD-6A05-6A9E-7E37EB53C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197" y="1961146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70" name="Text Placeholder 12">
            <a:extLst>
              <a:ext uri="{FF2B5EF4-FFF2-40B4-BE49-F238E27FC236}">
                <a16:creationId xmlns:a16="http://schemas.microsoft.com/office/drawing/2014/main" id="{FDE62369-A97A-0358-7A67-3CDA2400E6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86222" y="3043320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71" name="Text Placeholder 12">
            <a:extLst>
              <a:ext uri="{FF2B5EF4-FFF2-40B4-BE49-F238E27FC236}">
                <a16:creationId xmlns:a16="http://schemas.microsoft.com/office/drawing/2014/main" id="{65374A4E-ABE3-17DF-7B0D-56DD2D3AB7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85197" y="3043320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76" name="Text Placeholder 12">
            <a:extLst>
              <a:ext uri="{FF2B5EF4-FFF2-40B4-BE49-F238E27FC236}">
                <a16:creationId xmlns:a16="http://schemas.microsoft.com/office/drawing/2014/main" id="{02B60F83-24F2-7A08-E449-A0EBB84DC2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86222" y="4125494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77" name="Text Placeholder 12">
            <a:extLst>
              <a:ext uri="{FF2B5EF4-FFF2-40B4-BE49-F238E27FC236}">
                <a16:creationId xmlns:a16="http://schemas.microsoft.com/office/drawing/2014/main" id="{3D457838-484D-6BC8-6A02-CD272D3A11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85197" y="4125494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82" name="Text Placeholder 12">
            <a:extLst>
              <a:ext uri="{FF2B5EF4-FFF2-40B4-BE49-F238E27FC236}">
                <a16:creationId xmlns:a16="http://schemas.microsoft.com/office/drawing/2014/main" id="{11789F9A-E201-A050-6E0E-BB569F083D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6222" y="5207668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83" name="Text Placeholder 12">
            <a:extLst>
              <a:ext uri="{FF2B5EF4-FFF2-40B4-BE49-F238E27FC236}">
                <a16:creationId xmlns:a16="http://schemas.microsoft.com/office/drawing/2014/main" id="{3ED21208-4FAB-BB46-5770-DFD5149467F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85197" y="5207668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88" name="Text Placeholder 12">
            <a:extLst>
              <a:ext uri="{FF2B5EF4-FFF2-40B4-BE49-F238E27FC236}">
                <a16:creationId xmlns:a16="http://schemas.microsoft.com/office/drawing/2014/main" id="{98D8DA7B-B6AF-58A8-563A-B394B97E463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77091" y="1961146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89" name="Text Placeholder 12">
            <a:extLst>
              <a:ext uri="{FF2B5EF4-FFF2-40B4-BE49-F238E27FC236}">
                <a16:creationId xmlns:a16="http://schemas.microsoft.com/office/drawing/2014/main" id="{A33AB80C-E17F-754C-61E1-82A8796F3E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76065" y="1961146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91" name="Text Placeholder 12">
            <a:extLst>
              <a:ext uri="{FF2B5EF4-FFF2-40B4-BE49-F238E27FC236}">
                <a16:creationId xmlns:a16="http://schemas.microsoft.com/office/drawing/2014/main" id="{86140CD0-76E7-7E69-9C0E-E2A85FACE0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77091" y="3043320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92" name="Text Placeholder 12">
            <a:extLst>
              <a:ext uri="{FF2B5EF4-FFF2-40B4-BE49-F238E27FC236}">
                <a16:creationId xmlns:a16="http://schemas.microsoft.com/office/drawing/2014/main" id="{52DD00DB-6B5D-099B-08BC-420C3BEA98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76065" y="3043320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94" name="Text Placeholder 12">
            <a:extLst>
              <a:ext uri="{FF2B5EF4-FFF2-40B4-BE49-F238E27FC236}">
                <a16:creationId xmlns:a16="http://schemas.microsoft.com/office/drawing/2014/main" id="{3553DC7D-BAF7-AE7C-D31E-2D671D6294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077091" y="4125494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95" name="Text Placeholder 12">
            <a:extLst>
              <a:ext uri="{FF2B5EF4-FFF2-40B4-BE49-F238E27FC236}">
                <a16:creationId xmlns:a16="http://schemas.microsoft.com/office/drawing/2014/main" id="{C8AAE0A3-D9BC-A2A2-6132-23B8F1B08F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776065" y="4125494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97" name="Text Placeholder 12">
            <a:extLst>
              <a:ext uri="{FF2B5EF4-FFF2-40B4-BE49-F238E27FC236}">
                <a16:creationId xmlns:a16="http://schemas.microsoft.com/office/drawing/2014/main" id="{8ECFA431-95DE-33DF-4896-765AF5F90A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77091" y="5207668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98" name="Text Placeholder 12">
            <a:extLst>
              <a:ext uri="{FF2B5EF4-FFF2-40B4-BE49-F238E27FC236}">
                <a16:creationId xmlns:a16="http://schemas.microsoft.com/office/drawing/2014/main" id="{A131B3F1-4915-DA2E-36E0-EF5A030CAC0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76065" y="5207668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86852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Contents / 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43B80F5-E86A-0991-66B8-9F9C8AEA1BB2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BD26613-B40B-325E-85ED-8AB134DD1B7A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B745C5E-D3BF-CDB9-7973-5AF375F14A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6222" y="1961146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01BF9EB-E416-1A73-A6F5-396D2510F3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197" y="1961146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B716FB41-2E52-9615-E587-B26A093308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86222" y="3043320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B7EBDAEA-62C8-DBB5-D956-1BC91F1C72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85197" y="3043320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FEF17A-8455-C5D9-3F3A-DE7475F94D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86222" y="4125494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C0C6A263-A356-60A0-08F4-209689830D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85197" y="4125494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FE7BDD9B-19C1-EB5B-9690-0CC50406D0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6222" y="5207668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C5C9107-F81A-299B-1DAB-80C4D2EAA8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85197" y="5207668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58B4C2F-9124-019E-8B4C-0B935A0DD3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77091" y="1961146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15E9640-C268-E1DB-B3E2-7C5326879F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76065" y="1961146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244AE6C-8BAB-FA62-5800-CE02AACA9D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77091" y="3043320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47344862-480D-C2EF-4E02-06CE90E0B5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76065" y="3043320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0AEF40AB-F748-2F6A-E5BD-826F7377B6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077091" y="4125494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A44BD77E-E51E-53FD-0719-540FEE911B8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776065" y="4125494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73266C1A-8988-7194-970F-A03BBFB894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77091" y="5207668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ACDAE243-B8DE-CE26-197A-47331B12396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76065" y="5207668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976566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Contents / Slide heading comes here</a:t>
            </a:r>
            <a:endParaRPr lang="en-US" dirty="0"/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81554951-26F9-5BA1-F56C-E93EBF61B7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6222" y="1961146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BECD3387-37BD-6A05-6A9E-7E37EB53C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197" y="1961146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70" name="Text Placeholder 12">
            <a:extLst>
              <a:ext uri="{FF2B5EF4-FFF2-40B4-BE49-F238E27FC236}">
                <a16:creationId xmlns:a16="http://schemas.microsoft.com/office/drawing/2014/main" id="{FDE62369-A97A-0358-7A67-3CDA2400E6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86222" y="3043320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71" name="Text Placeholder 12">
            <a:extLst>
              <a:ext uri="{FF2B5EF4-FFF2-40B4-BE49-F238E27FC236}">
                <a16:creationId xmlns:a16="http://schemas.microsoft.com/office/drawing/2014/main" id="{65374A4E-ABE3-17DF-7B0D-56DD2D3AB7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85197" y="3043320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76" name="Text Placeholder 12">
            <a:extLst>
              <a:ext uri="{FF2B5EF4-FFF2-40B4-BE49-F238E27FC236}">
                <a16:creationId xmlns:a16="http://schemas.microsoft.com/office/drawing/2014/main" id="{02B60F83-24F2-7A08-E449-A0EBB84DC2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86222" y="4125494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77" name="Text Placeholder 12">
            <a:extLst>
              <a:ext uri="{FF2B5EF4-FFF2-40B4-BE49-F238E27FC236}">
                <a16:creationId xmlns:a16="http://schemas.microsoft.com/office/drawing/2014/main" id="{3D457838-484D-6BC8-6A02-CD272D3A11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85197" y="4125494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82" name="Text Placeholder 12">
            <a:extLst>
              <a:ext uri="{FF2B5EF4-FFF2-40B4-BE49-F238E27FC236}">
                <a16:creationId xmlns:a16="http://schemas.microsoft.com/office/drawing/2014/main" id="{11789F9A-E201-A050-6E0E-BB569F083D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6222" y="5207668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83" name="Text Placeholder 12">
            <a:extLst>
              <a:ext uri="{FF2B5EF4-FFF2-40B4-BE49-F238E27FC236}">
                <a16:creationId xmlns:a16="http://schemas.microsoft.com/office/drawing/2014/main" id="{3ED21208-4FAB-BB46-5770-DFD5149467F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85197" y="5207668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88" name="Text Placeholder 12">
            <a:extLst>
              <a:ext uri="{FF2B5EF4-FFF2-40B4-BE49-F238E27FC236}">
                <a16:creationId xmlns:a16="http://schemas.microsoft.com/office/drawing/2014/main" id="{98D8DA7B-B6AF-58A8-563A-B394B97E463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77091" y="1961146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89" name="Text Placeholder 12">
            <a:extLst>
              <a:ext uri="{FF2B5EF4-FFF2-40B4-BE49-F238E27FC236}">
                <a16:creationId xmlns:a16="http://schemas.microsoft.com/office/drawing/2014/main" id="{A33AB80C-E17F-754C-61E1-82A8796F3E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76065" y="1961146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91" name="Text Placeholder 12">
            <a:extLst>
              <a:ext uri="{FF2B5EF4-FFF2-40B4-BE49-F238E27FC236}">
                <a16:creationId xmlns:a16="http://schemas.microsoft.com/office/drawing/2014/main" id="{86140CD0-76E7-7E69-9C0E-E2A85FACE0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77091" y="3043320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92" name="Text Placeholder 12">
            <a:extLst>
              <a:ext uri="{FF2B5EF4-FFF2-40B4-BE49-F238E27FC236}">
                <a16:creationId xmlns:a16="http://schemas.microsoft.com/office/drawing/2014/main" id="{52DD00DB-6B5D-099B-08BC-420C3BEA98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76065" y="3043320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94" name="Text Placeholder 12">
            <a:extLst>
              <a:ext uri="{FF2B5EF4-FFF2-40B4-BE49-F238E27FC236}">
                <a16:creationId xmlns:a16="http://schemas.microsoft.com/office/drawing/2014/main" id="{3553DC7D-BAF7-AE7C-D31E-2D671D6294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077091" y="4125494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95" name="Text Placeholder 12">
            <a:extLst>
              <a:ext uri="{FF2B5EF4-FFF2-40B4-BE49-F238E27FC236}">
                <a16:creationId xmlns:a16="http://schemas.microsoft.com/office/drawing/2014/main" id="{C8AAE0A3-D9BC-A2A2-6132-23B8F1B08F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776065" y="4125494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97" name="Text Placeholder 12">
            <a:extLst>
              <a:ext uri="{FF2B5EF4-FFF2-40B4-BE49-F238E27FC236}">
                <a16:creationId xmlns:a16="http://schemas.microsoft.com/office/drawing/2014/main" id="{8ECFA431-95DE-33DF-4896-765AF5F90A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77091" y="5207668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98" name="Text Placeholder 12">
            <a:extLst>
              <a:ext uri="{FF2B5EF4-FFF2-40B4-BE49-F238E27FC236}">
                <a16:creationId xmlns:a16="http://schemas.microsoft.com/office/drawing/2014/main" id="{A131B3F1-4915-DA2E-36E0-EF5A030CAC0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76065" y="5207668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F6D78796-3F4C-9416-E294-AB071B2F9EB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027" y="1961146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A30B41E-707F-6A6E-92E4-813C6F01DB9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5002" y="1961146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BF24AA3-8587-326D-F97E-66640950F8F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6027" y="3043320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B58EBB7-AB15-3CC6-06FE-C9930EA91E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95002" y="3043320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D7B64395-09E3-1BE1-6C2E-5CEF1B4286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6027" y="4125494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F0E7D3C-126E-A9A1-FEA3-45DE47BB920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95002" y="4125494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11CF5FB-B82E-3D99-975B-BEB919F140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027" y="5207668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6238FE5-EFD9-8AE0-37F6-65EC372D53B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395002" y="5207668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92349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Contents / 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43B80F5-E86A-0991-66B8-9F9C8AEA1BB2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BD26613-B40B-325E-85ED-8AB134DD1B7A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740E3584-A90B-ECB6-2777-6F174E1AE1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6222" y="1961146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752BC60D-62A1-41D9-7F43-AECBD900D6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197" y="1961146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7EDC56E8-7EF4-05D4-BC3F-E4C55ED7B9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86222" y="3043320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E5ED4AAC-44A1-BB55-A681-0072FF0EAC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85197" y="3043320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4E2FC947-FC28-5033-6744-411674E788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86222" y="4125494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DF3597E-FAF6-5CC9-4354-01FFB0424F0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85197" y="4125494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719B8D7E-013C-1325-B000-33CFEEFBE8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6222" y="5207668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DD6DE0DD-2F98-F62E-D32C-B9ED232241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85197" y="5207668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2C805093-6553-3A43-12F4-E945D84502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77091" y="1961146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DA1C81DF-DF2A-3A42-24BE-F00F14C340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76065" y="1961146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D376330C-0F65-B9C0-0EEF-0B78ADE137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77091" y="3043320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AF5FF698-52D9-5CFF-D5AC-B524AF1535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76065" y="3043320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A6834D1A-3942-71B7-DF86-7A2C444563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077091" y="4125494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18B6467F-78CC-786F-1D49-8DBEFC540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776065" y="4125494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3D28D143-9E2C-5788-8589-0B350F4385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77091" y="5207668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007B214-ED9F-6B7F-D3FA-42CAE3DCEC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76065" y="5207668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E00C9C72-D353-482D-6F80-DBF448682C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027" y="1961146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AE9A54FD-5086-702A-BBBB-9FD5856766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5002" y="1961146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46" name="Text Placeholder 12">
            <a:extLst>
              <a:ext uri="{FF2B5EF4-FFF2-40B4-BE49-F238E27FC236}">
                <a16:creationId xmlns:a16="http://schemas.microsoft.com/office/drawing/2014/main" id="{7F33E3CD-EBC3-28EE-85F1-F17B2F468A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6027" y="3043320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FD537AFA-3E16-EE4D-49DC-43CBAE132C5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95002" y="3043320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48" name="Text Placeholder 12">
            <a:extLst>
              <a:ext uri="{FF2B5EF4-FFF2-40B4-BE49-F238E27FC236}">
                <a16:creationId xmlns:a16="http://schemas.microsoft.com/office/drawing/2014/main" id="{BEB1EF67-331C-F517-83F4-0F6BE13712E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6027" y="4125494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49" name="Text Placeholder 12">
            <a:extLst>
              <a:ext uri="{FF2B5EF4-FFF2-40B4-BE49-F238E27FC236}">
                <a16:creationId xmlns:a16="http://schemas.microsoft.com/office/drawing/2014/main" id="{8CF41E0D-BD69-C1CC-8214-0E87DFA227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95002" y="4125494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A178E264-0742-DE38-6245-B1AFC07DEE5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027" y="5207668"/>
            <a:ext cx="2609660" cy="576000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dirty="0">
                <a:solidFill>
                  <a:schemeClr val="bg1"/>
                </a:solidFill>
                <a:cs typeface="Archivo" pitchFamily="2" charset="77"/>
              </a:defRPr>
            </a:lvl1pPr>
          </a:lstStyle>
          <a:p>
            <a:pPr marL="0" lvl="0" defTabSz="228554"/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F871F6A5-B5E3-9784-604C-C21198437A7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395002" y="5207668"/>
            <a:ext cx="719907" cy="558999"/>
          </a:xfr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en-US" sz="39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algn="r" defTabSz="228554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250792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parato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D1899CA2-D24B-824D-E9DE-C87110D5B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C290B96-2C58-2EBE-1B3F-BF81F4AF57C9}"/>
              </a:ext>
            </a:extLst>
          </p:cNvPr>
          <p:cNvGrpSpPr/>
          <p:nvPr userDrawn="1"/>
        </p:nvGrpSpPr>
        <p:grpSpPr>
          <a:xfrm>
            <a:off x="0" y="6768000"/>
            <a:ext cx="12192000" cy="90000"/>
            <a:chOff x="-9554021" y="613707"/>
            <a:chExt cx="36000000" cy="13716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528B1B-7159-0068-C96A-BC4A2CB891FA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69422A-440A-6127-728C-0F9741BF9A96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5F824A-4130-AC1E-63B7-D7B6126A3463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DFFD95D-E19B-2CBE-1DED-975E1E9CEC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26" y="518088"/>
            <a:ext cx="2699989" cy="207359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  <a:latin typeface="+mn-lt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Presentation title to come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A3B1B543-4F81-537B-6C7D-83F83D8171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2377" y="3894870"/>
            <a:ext cx="3550481" cy="3177929"/>
          </a:xfrm>
        </p:spPr>
        <p:txBody>
          <a:bodyPr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9996" b="0" i="0" spc="-1000" baseline="0">
                <a:solidFill>
                  <a:schemeClr val="bg1">
                    <a:lumMod val="95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ABBBBFE-9E98-6EEC-4BAB-D300229C1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028" y="1268413"/>
            <a:ext cx="8999953" cy="1546399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999" b="0" i="0" spc="-150">
                <a:solidFill>
                  <a:schemeClr val="accent1"/>
                </a:solidFill>
                <a:latin typeface="+mn-lt"/>
                <a:cs typeface="Poppins Medium" pitchFamily="2" charset="77"/>
              </a:defRPr>
            </a:lvl1pPr>
          </a:lstStyle>
          <a:p>
            <a:pPr lvl="0"/>
            <a:r>
              <a:rPr lang="en-US" dirty="0"/>
              <a:t>Separator title comes here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35355FF-E248-94A9-3681-B453FC9C45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6026" y="2933580"/>
            <a:ext cx="5399974" cy="73165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Separator subtitle comes here</a:t>
            </a:r>
          </a:p>
        </p:txBody>
      </p:sp>
    </p:spTree>
    <p:extLst>
      <p:ext uri="{BB962C8B-B14F-4D97-AF65-F5344CB8AC3E}">
        <p14:creationId xmlns:p14="http://schemas.microsoft.com/office/powerpoint/2010/main" val="3935739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parator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D1899CA2-D24B-824D-E9DE-C87110D5B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C290B96-2C58-2EBE-1B3F-BF81F4AF57C9}"/>
              </a:ext>
            </a:extLst>
          </p:cNvPr>
          <p:cNvGrpSpPr/>
          <p:nvPr userDrawn="1"/>
        </p:nvGrpSpPr>
        <p:grpSpPr>
          <a:xfrm>
            <a:off x="0" y="6768000"/>
            <a:ext cx="12192000" cy="90000"/>
            <a:chOff x="-9554021" y="613707"/>
            <a:chExt cx="36000000" cy="13716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528B1B-7159-0068-C96A-BC4A2CB891FA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69422A-440A-6127-728C-0F9741BF9A96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5F824A-4130-AC1E-63B7-D7B6126A3463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DFFD95D-E19B-2CBE-1DED-975E1E9CEC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26" y="518088"/>
            <a:ext cx="2699989" cy="207359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>
                    <a:alpha val="50000"/>
                  </a:schemeClr>
                </a:solidFill>
                <a:latin typeface="+mn-lt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Presentation title to come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786E1A8-8557-0082-B36F-46DB3A60C2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028" y="1268413"/>
            <a:ext cx="8999953" cy="1546399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999" b="0" i="0" spc="-150">
                <a:solidFill>
                  <a:schemeClr val="bg1"/>
                </a:solidFill>
                <a:latin typeface="+mn-lt"/>
                <a:cs typeface="Poppins Medium" pitchFamily="2" charset="77"/>
              </a:defRPr>
            </a:lvl1pPr>
          </a:lstStyle>
          <a:p>
            <a:pPr lvl="0"/>
            <a:r>
              <a:rPr lang="en-US" dirty="0"/>
              <a:t>Separator title comes here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60D95F9A-C906-78E1-A067-B68EC6FB43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6026" y="2933580"/>
            <a:ext cx="5399974" cy="73165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Separator subtitle comes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A3B1B543-4F81-537B-6C7D-83F83D8171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2377" y="3894870"/>
            <a:ext cx="3550481" cy="3177929"/>
          </a:xfrm>
        </p:spPr>
        <p:txBody>
          <a:bodyPr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9996" b="0" i="0" spc="-1000" baseline="0">
                <a:solidFill>
                  <a:schemeClr val="bg1">
                    <a:alpha val="10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55868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parato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46A8CD0-037F-D026-14A0-8443E4D6F7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Background Image here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1899CA2-D24B-824D-E9DE-C87110D5B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C290B96-2C58-2EBE-1B3F-BF81F4AF57C9}"/>
              </a:ext>
            </a:extLst>
          </p:cNvPr>
          <p:cNvGrpSpPr/>
          <p:nvPr userDrawn="1"/>
        </p:nvGrpSpPr>
        <p:grpSpPr>
          <a:xfrm>
            <a:off x="0" y="6768000"/>
            <a:ext cx="12192000" cy="90000"/>
            <a:chOff x="-9554021" y="613707"/>
            <a:chExt cx="36000000" cy="13716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528B1B-7159-0068-C96A-BC4A2CB891FA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69422A-440A-6127-728C-0F9741BF9A96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5F824A-4130-AC1E-63B7-D7B6126A3463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DFFD95D-E19B-2CBE-1DED-975E1E9CEC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26" y="518088"/>
            <a:ext cx="2699989" cy="207359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>
                    <a:alpha val="50000"/>
                  </a:schemeClr>
                </a:solidFill>
                <a:latin typeface="+mn-lt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Presentation title to come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786E1A8-8557-0082-B36F-46DB3A60C2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6028" y="1268413"/>
            <a:ext cx="8999953" cy="1546399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999" b="0" i="0" spc="-150">
                <a:solidFill>
                  <a:schemeClr val="bg1"/>
                </a:solidFill>
                <a:latin typeface="+mn-lt"/>
                <a:cs typeface="Poppins Medium" pitchFamily="2" charset="77"/>
              </a:defRPr>
            </a:lvl1pPr>
          </a:lstStyle>
          <a:p>
            <a:pPr lvl="0"/>
            <a:r>
              <a:rPr lang="en-US" dirty="0"/>
              <a:t>Separator title comes here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60D95F9A-C906-78E1-A067-B68EC6FB43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6026" y="2933580"/>
            <a:ext cx="5399974" cy="73165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Separator subtitle comes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A3B1B543-4F81-537B-6C7D-83F83D8171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2377" y="3894870"/>
            <a:ext cx="3550481" cy="3177929"/>
          </a:xfrm>
        </p:spPr>
        <p:txBody>
          <a:bodyPr anchor="b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9996" b="0" i="0" spc="-1000" baseline="0">
                <a:solidFill>
                  <a:schemeClr val="bg1">
                    <a:alpha val="25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923597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81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942DB-0CA7-916B-D466-D0FD5A5ED1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1184031"/>
            <a:ext cx="10799944" cy="306000"/>
          </a:xfrm>
        </p:spPr>
        <p:txBody>
          <a:bodyPr lIns="0"/>
          <a:lstStyle>
            <a:lvl2pPr marL="0" indent="0">
              <a:spcBef>
                <a:spcPts val="0"/>
              </a:spcBef>
              <a:buFontTx/>
              <a:buNone/>
              <a:defRPr sz="2000"/>
            </a:lvl2pPr>
          </a:lstStyle>
          <a:p>
            <a:pPr lvl="1"/>
            <a:r>
              <a:rPr lang="en-US" dirty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4F000-D806-B1DE-8F44-6D02174B35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29" y="715737"/>
            <a:ext cx="8998828" cy="433125"/>
          </a:xfrm>
        </p:spPr>
        <p:txBody>
          <a:bodyPr/>
          <a:lstStyle/>
          <a:p>
            <a:r>
              <a:rPr lang="en-GB" dirty="0"/>
              <a:t>Slide heading comes here</a:t>
            </a:r>
          </a:p>
        </p:txBody>
      </p:sp>
    </p:spTree>
    <p:extLst>
      <p:ext uri="{BB962C8B-B14F-4D97-AF65-F5344CB8AC3E}">
        <p14:creationId xmlns:p14="http://schemas.microsoft.com/office/powerpoint/2010/main" val="2348403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029" y="1957755"/>
            <a:ext cx="5219814" cy="4253475"/>
          </a:xfrm>
        </p:spPr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942DB-0CA7-916B-D466-D0FD5A5ED1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1184031"/>
            <a:ext cx="10799944" cy="306000"/>
          </a:xfrm>
        </p:spPr>
        <p:txBody>
          <a:bodyPr lIns="0"/>
          <a:lstStyle>
            <a:lvl2pPr marL="0" indent="0">
              <a:spcBef>
                <a:spcPts val="0"/>
              </a:spcBef>
              <a:buFontTx/>
              <a:buNone/>
              <a:defRPr sz="2000"/>
            </a:lvl2pPr>
          </a:lstStyle>
          <a:p>
            <a:pPr lvl="1"/>
            <a:r>
              <a:rPr lang="en-US" dirty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4F000-D806-B1DE-8F44-6D02174B35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29" y="715737"/>
            <a:ext cx="8998828" cy="433125"/>
          </a:xfrm>
        </p:spPr>
        <p:txBody>
          <a:bodyPr/>
          <a:lstStyle/>
          <a:p>
            <a:r>
              <a:rPr lang="en-GB" dirty="0"/>
              <a:t>Slide heading comes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92AC86-7C4E-4558-614A-6564944A5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76158" y="1957755"/>
            <a:ext cx="5219814" cy="425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45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Slid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CFB4BB2-CDF6-EF71-BA4F-AF08ABE65AAC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70A7D-1C21-18C6-1AFF-8BDED055D34C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395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 and Content Slid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4D706F-4CF6-1866-A1AF-D035C3C4AE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5917F65-7957-4D1C-69B7-A8BB989CC058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7F92515-E622-D0D7-5715-91727F418164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8ACF171-57E2-2DD3-0832-D195CFD4E6B2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136A283-9A00-1190-9925-A1D160823CC0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23946-7DBC-39A0-C49B-48EBE32D2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28" y="1957755"/>
            <a:ext cx="10799944" cy="42534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1E64195A-8372-BBE8-51A3-0DC1534E3458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ECFB85-50B8-CC93-F51D-26BE3D9F0D40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310F292-4631-5EFD-B2F8-80386819D6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1184031"/>
            <a:ext cx="10799944" cy="306000"/>
          </a:xfrm>
        </p:spPr>
        <p:txBody>
          <a:bodyPr lIns="0"/>
          <a:lstStyle>
            <a:lvl2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</a:defRPr>
            </a:lvl2pPr>
          </a:lstStyle>
          <a:p>
            <a:pPr lvl="1"/>
            <a:r>
              <a:rPr lang="en-US" dirty="0"/>
              <a:t>Click to add subtitle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EA5570-9E9F-B1CF-B686-8E9C8E63F4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29" y="715737"/>
            <a:ext cx="8998828" cy="433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</p:spTree>
    <p:extLst>
      <p:ext uri="{BB962C8B-B14F-4D97-AF65-F5344CB8AC3E}">
        <p14:creationId xmlns:p14="http://schemas.microsoft.com/office/powerpoint/2010/main" val="3327850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title and Content Slid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4D706F-4CF6-1866-A1AF-D035C3C4AE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5917F65-7957-4D1C-69B7-A8BB989CC058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7F92515-E622-D0D7-5715-91727F418164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8ACF171-57E2-2DD3-0832-D195CFD4E6B2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136A283-9A00-1190-9925-A1D160823CC0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23946-7DBC-39A0-C49B-48EBE32D2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29" y="1957755"/>
            <a:ext cx="5219814" cy="4253475"/>
          </a:xfrm>
        </p:spPr>
        <p:txBody>
          <a:bodyPr/>
          <a:lstStyle>
            <a:lvl1pPr>
              <a:defRPr sz="1400">
                <a:solidFill>
                  <a:schemeClr val="bg2">
                    <a:lumMod val="90000"/>
                  </a:schemeClr>
                </a:solidFill>
              </a:defRPr>
            </a:lvl1pPr>
            <a:lvl2pPr>
              <a:defRPr sz="1000">
                <a:solidFill>
                  <a:schemeClr val="bg2">
                    <a:lumMod val="90000"/>
                  </a:schemeClr>
                </a:solidFill>
              </a:defRPr>
            </a:lvl2pPr>
            <a:lvl3pPr>
              <a:defRPr sz="800">
                <a:solidFill>
                  <a:schemeClr val="bg2">
                    <a:lumMod val="90000"/>
                  </a:schemeClr>
                </a:solidFill>
              </a:defRPr>
            </a:lvl3pPr>
            <a:lvl4pPr>
              <a:defRPr sz="700">
                <a:solidFill>
                  <a:schemeClr val="bg2">
                    <a:lumMod val="90000"/>
                  </a:schemeClr>
                </a:solidFill>
              </a:defRPr>
            </a:lvl4pPr>
            <a:lvl5pPr>
              <a:defRPr sz="700">
                <a:solidFill>
                  <a:schemeClr val="bg2">
                    <a:lumMod val="90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1E64195A-8372-BBE8-51A3-0DC1534E3458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ECFB85-50B8-CC93-F51D-26BE3D9F0D40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310F292-4631-5EFD-B2F8-80386819D6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1184031"/>
            <a:ext cx="10799944" cy="306000"/>
          </a:xfrm>
        </p:spPr>
        <p:txBody>
          <a:bodyPr lIns="0"/>
          <a:lstStyle>
            <a:lvl2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</a:defRPr>
            </a:lvl2pPr>
          </a:lstStyle>
          <a:p>
            <a:pPr lvl="1"/>
            <a:r>
              <a:rPr lang="en-US" dirty="0"/>
              <a:t>Click to add subtitle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EA5570-9E9F-B1CF-B686-8E9C8E63F4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29" y="715737"/>
            <a:ext cx="8998828" cy="433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BD4B1E-82E2-99F4-5FF3-6C508AABACD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75483" y="1957755"/>
            <a:ext cx="5219814" cy="42534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7423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ding + 2 Subheading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3730485-B3AE-A5E0-4C98-A53071C592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2168525"/>
            <a:ext cx="2519672" cy="3421063"/>
          </a:xfrm>
          <a:solidFill>
            <a:schemeClr val="accent1"/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bg1"/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heading comes here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BE61EE29-AD4B-4815-B8BE-9C99B80E997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86340" y="2168525"/>
            <a:ext cx="3869496" cy="342106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090186C5-AE3B-0819-C14E-60D77D0CBD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86340" y="2977661"/>
            <a:ext cx="3869496" cy="2611927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47E43D2-5E35-43C4-1B37-7EF712DD46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6476" y="2168525"/>
            <a:ext cx="3869496" cy="342106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AA8348B6-AF36-CE18-E968-85EFA1C96E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626476" y="2977661"/>
            <a:ext cx="3869496" cy="2611927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6252086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ding + 3 Subheading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3730485-B3AE-A5E0-4C98-A53071C592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2168525"/>
            <a:ext cx="2519672" cy="3421063"/>
          </a:xfrm>
          <a:solidFill>
            <a:schemeClr val="accent1"/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bg1"/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heading comes here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BE61EE29-AD4B-4815-B8BE-9C99B80E997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57918" y="2168525"/>
            <a:ext cx="2519672" cy="342106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090186C5-AE3B-0819-C14E-60D77D0CBD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57918" y="2977661"/>
            <a:ext cx="2519672" cy="2611927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E1B8692D-B39E-5358-D6D8-4AC5D1C4ABC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19808" y="2168525"/>
            <a:ext cx="2519672" cy="342106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35A746B0-95DF-3F29-5930-B28943648A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19808" y="2977661"/>
            <a:ext cx="2519672" cy="2611927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 defTabSz="228554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67D3B31-2F3E-7BC1-8088-4BB8A57255A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1697" y="2168525"/>
            <a:ext cx="2519672" cy="342106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36D229E-4A65-F368-EBA8-12CE3712AC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81697" y="2977661"/>
            <a:ext cx="2519672" cy="2611927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 defTabSz="228554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15490769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ding + 4 Subheading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3730485-B3AE-A5E0-4C98-A53071C592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2168525"/>
            <a:ext cx="2519672" cy="3421063"/>
          </a:xfrm>
          <a:solidFill>
            <a:schemeClr val="accent1"/>
          </a:solidFill>
        </p:spPr>
        <p:txBody>
          <a:bodyPr wrap="square" lIns="360000" tIns="360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bg1"/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heading comes here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BE61EE29-AD4B-4815-B8BE-9C99B80E997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86002" y="2168525"/>
            <a:ext cx="1799766" cy="342106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090186C5-AE3B-0819-C14E-60D77D0CBD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86002" y="2977661"/>
            <a:ext cx="1799766" cy="2611927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4EA26C5A-C22B-6C10-3E7C-389DC77BC43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56070" y="2168525"/>
            <a:ext cx="1799766" cy="342106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02FD7F6-24FE-11AF-56DC-32B55B2C74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56070" y="2977661"/>
            <a:ext cx="1799766" cy="2611927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2C84DB6D-5472-4408-9C2C-E7E4512682F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26138" y="2168525"/>
            <a:ext cx="1799766" cy="342106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A924DB4-CE24-B764-D137-DAA52F5B86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626138" y="2977661"/>
            <a:ext cx="1799766" cy="2611927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9CF5B21-BAB1-CC1D-B340-3B474AC8F5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6206" y="2168525"/>
            <a:ext cx="1799766" cy="342106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C369D44-F995-48FC-2361-7033BBA51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96206" y="2977661"/>
            <a:ext cx="1799766" cy="2611927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36760376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ding + 6 Subheading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3730485-B3AE-A5E0-4C98-A53071C592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2168525"/>
            <a:ext cx="2519672" cy="3421063"/>
          </a:xfrm>
          <a:solidFill>
            <a:schemeClr val="accent1"/>
          </a:solidFill>
        </p:spPr>
        <p:txBody>
          <a:bodyPr vert="horz" wrap="square" lIns="360000" tIns="360000" rIns="360000" bIns="360000" rtlCol="0">
            <a:noAutofit/>
          </a:bodyPr>
          <a:lstStyle>
            <a:lvl1pPr>
              <a:defRPr lang="en-US" b="0" i="0" spc="0" dirty="0">
                <a:solidFill>
                  <a:schemeClr val="bg1"/>
                </a:solidFill>
                <a:cs typeface="Poppins ExtraLight" pitchFamily="2" charset="77"/>
              </a:defRPr>
            </a:lvl1pPr>
          </a:lstStyle>
          <a:p>
            <a:pPr marL="0" lvl="0" indent="0" defTabSz="228554">
              <a:spcBef>
                <a:spcPts val="0"/>
              </a:spcBef>
              <a:buNone/>
            </a:pPr>
            <a:r>
              <a:rPr lang="en-US" dirty="0"/>
              <a:t>Text heading comes here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0A7C0273-7EC1-3199-1FD4-EBB992F68F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57918" y="3969588"/>
            <a:ext cx="2519672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015ABFE-D643-AC77-638F-C8BAA3E851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57918" y="4778725"/>
            <a:ext cx="2519672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 defTabSz="228554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EA7038-96F5-0758-9155-33CEF4782C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9808" y="3969588"/>
            <a:ext cx="2519672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A02EA96-83D7-7385-A19F-46D8404EA4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19808" y="4778725"/>
            <a:ext cx="2519672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 defTabSz="228554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C7599054-13CE-4C6A-251F-A7A2618D81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1697" y="3969588"/>
            <a:ext cx="2519672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06803FFD-81B1-4A4E-5248-0C261FF753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81697" y="4778725"/>
            <a:ext cx="2519672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 defTabSz="228554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BE61EE29-AD4B-4815-B8BE-9C99B80E997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57918" y="2168525"/>
            <a:ext cx="2519672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090186C5-AE3B-0819-C14E-60D77D0CBD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57918" y="2977662"/>
            <a:ext cx="2519672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E1B8692D-B39E-5358-D6D8-4AC5D1C4ABC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19808" y="2168525"/>
            <a:ext cx="2519672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35A746B0-95DF-3F29-5930-B28943648A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19808" y="2977662"/>
            <a:ext cx="2519672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 defTabSz="228554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67D3B31-2F3E-7BC1-8088-4BB8A57255A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1697" y="2168525"/>
            <a:ext cx="2519672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36D229E-4A65-F368-EBA8-12CE3712AC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81697" y="2977662"/>
            <a:ext cx="2519672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 defTabSz="228554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5760434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ding + 8 Subheading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3730485-B3AE-A5E0-4C98-A53071C592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2168525"/>
            <a:ext cx="2519672" cy="3421063"/>
          </a:xfrm>
          <a:solidFill>
            <a:schemeClr val="accent1"/>
          </a:solidFill>
        </p:spPr>
        <p:txBody>
          <a:bodyPr vert="horz" wrap="square" lIns="360000" tIns="360000" rIns="360000" bIns="360000" rtlCol="0">
            <a:noAutofit/>
          </a:bodyPr>
          <a:lstStyle>
            <a:lvl1pPr>
              <a:defRPr lang="en-US" b="0" i="0" spc="0" dirty="0">
                <a:solidFill>
                  <a:schemeClr val="bg1"/>
                </a:solidFill>
                <a:cs typeface="Poppins ExtraLight" pitchFamily="2" charset="77"/>
              </a:defRPr>
            </a:lvl1pPr>
          </a:lstStyle>
          <a:p>
            <a:pPr marL="0" lvl="0" indent="0" defTabSz="228554">
              <a:spcBef>
                <a:spcPts val="0"/>
              </a:spcBef>
              <a:buNone/>
            </a:pPr>
            <a:r>
              <a:rPr lang="en-US" dirty="0"/>
              <a:t>Text heading comes here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BE61EE29-AD4B-4815-B8BE-9C99B80E997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86002" y="2168525"/>
            <a:ext cx="1799766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090186C5-AE3B-0819-C14E-60D77D0CBD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86002" y="2977662"/>
            <a:ext cx="1799766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DE72DF16-7CE8-1CD8-3491-8CBB64F1B65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56070" y="2167662"/>
            <a:ext cx="1799766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30672AB0-3CD2-BFE3-A979-81A938E4E6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56070" y="2976798"/>
            <a:ext cx="1799766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E653AE6-8A09-D827-E658-9DE46129D7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626138" y="2166798"/>
            <a:ext cx="1799766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4F8BCFA-129E-A156-D4F7-F8F92B35625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26138" y="2975935"/>
            <a:ext cx="1799766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ACAA30B-4971-E278-90ED-C5A65B5D5F8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96206" y="2165935"/>
            <a:ext cx="1799766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433B1EDE-AF48-974B-8C6A-4A25D4DAFDC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6206" y="2975071"/>
            <a:ext cx="1799766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63FC1722-B490-87C1-417D-B515AE3D951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86002" y="3969588"/>
            <a:ext cx="1799766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C1264589-B713-E6EC-2703-8BFFCEDBFE1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86002" y="4778725"/>
            <a:ext cx="1799766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A0034052-E734-BF14-D900-3BD535E724F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56070" y="3968725"/>
            <a:ext cx="1799766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FF7EB76C-20D8-684B-A3F4-3D6041A122A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56070" y="4777861"/>
            <a:ext cx="1799766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B1E1F323-3639-3D9A-B3BC-C0E688D5F19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626138" y="3967861"/>
            <a:ext cx="1799766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DE84E4C2-67D9-6573-A4EC-687C0B333C2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26138" y="4776998"/>
            <a:ext cx="1799766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4E3B601A-6835-BCE9-D6C0-06E204BF381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96206" y="3966998"/>
            <a:ext cx="1799766" cy="162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Subheading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A5672A18-8E54-33EF-F0C6-C521260A4F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696206" y="4776134"/>
            <a:ext cx="1799766" cy="810863"/>
          </a:xfrm>
          <a:noFill/>
        </p:spPr>
        <p:txBody>
          <a:bodyPr wrap="square" lIns="288000" tIns="288000" rIns="288000" bIns="288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1497628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9EC3F38-E3F8-0993-1332-B08A756CFE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978" y="1929240"/>
            <a:ext cx="5301865" cy="1139398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998" b="0" i="0" spc="-10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BEDFBAF-3192-A05D-2E48-54D32356F5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7975" y="3395654"/>
            <a:ext cx="5207868" cy="405432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BF886986-DE95-DE08-AF4F-E133E76101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7975" y="3789363"/>
            <a:ext cx="5207868" cy="235290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2323A88-8671-9A16-6EC4-1AF566D0B92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94107" y="1929240"/>
            <a:ext cx="5301865" cy="1139398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998" b="0" i="0" spc="-10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72053DDF-31C0-2161-C477-B1BE10A86BC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8104" y="3395654"/>
            <a:ext cx="5207868" cy="405432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F2C503F-E3E6-90F2-5BD5-9836D2A459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8104" y="3789363"/>
            <a:ext cx="5207868" cy="235290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26523387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9EC3F38-E3F8-0993-1332-B08A756CFE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978" y="1929240"/>
            <a:ext cx="3513552" cy="1139398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998" b="0" i="0" spc="-10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BEDFBAF-3192-A05D-2E48-54D32356F5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7975" y="3395654"/>
            <a:ext cx="3419555" cy="405432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BF886986-DE95-DE08-AF4F-E133E76101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7975" y="3789363"/>
            <a:ext cx="3419555" cy="235290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9F015B0-6EB6-5842-4F17-F1D70660FE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98199" y="1929240"/>
            <a:ext cx="3513552" cy="1139398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998" b="0" i="0" spc="-10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3D5A825-370D-1EB8-F91F-5D7FC306C8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2196" y="3395654"/>
            <a:ext cx="3419555" cy="405432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C099B6E-D0E2-41B1-1222-B73CE52365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92196" y="3789363"/>
            <a:ext cx="3419555" cy="235290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00A70BE4-EC8D-FD4F-0DA4-901B2B50B24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82420" y="1929240"/>
            <a:ext cx="3513552" cy="1139398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998" b="0" i="0" spc="-10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7F6053C5-E89F-50DF-207D-EF946BD303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76417" y="3395654"/>
            <a:ext cx="3419555" cy="405432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AE993833-80D1-64E9-76E5-4964AE069F3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76417" y="3789363"/>
            <a:ext cx="3419555" cy="235290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15456348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9EC3F38-E3F8-0993-1332-B08A756CFE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978" y="1929240"/>
            <a:ext cx="2613669" cy="1139398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998" b="0" i="0" spc="-10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BEDFBAF-3192-A05D-2E48-54D32356F5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7975" y="3395653"/>
            <a:ext cx="2519672" cy="720000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BF886986-DE95-DE08-AF4F-E133E76101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7975" y="4115654"/>
            <a:ext cx="2519672" cy="2026610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6C11BA26-4CEA-6F12-DDAF-5BCE6AD6EF9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70087" y="1929240"/>
            <a:ext cx="2613669" cy="1139398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998" b="0" i="0" spc="-10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53DA6D38-F15A-A279-4AC3-8A656E80EA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64083" y="3395653"/>
            <a:ext cx="2519672" cy="720000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5F3CC74F-6FFF-7BCA-ED62-79C2C281FB0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64083" y="4115654"/>
            <a:ext cx="2519672" cy="2026610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4C82CD8-2B75-BA91-1226-EF50930D15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26195" y="1929240"/>
            <a:ext cx="2613669" cy="1139398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998" b="0" i="0" spc="-10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BCADB863-3A54-9A58-11BD-48DF5C581F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20192" y="3395653"/>
            <a:ext cx="2519672" cy="720000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C731AB00-E197-F6D7-E879-63B7EF5478F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20192" y="4115654"/>
            <a:ext cx="2519672" cy="2026610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D2FD389D-16DE-74D4-FD03-CE002CC5C7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82303" y="1929240"/>
            <a:ext cx="2613669" cy="1139398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998" b="0" i="0" spc="-10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3F39D2D2-4E17-D39D-4BC1-F24C416D41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76300" y="3395653"/>
            <a:ext cx="2519672" cy="720000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8DADB0EF-79BA-FB30-3D09-F21B9C41CFA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76300" y="4115654"/>
            <a:ext cx="2519672" cy="2026610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20521917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allout +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984D517-D84F-817B-9CB9-AAAC6E3D24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2168525"/>
            <a:ext cx="5219320" cy="54000"/>
          </a:xfrm>
          <a:solidFill>
            <a:schemeClr val="accent1"/>
          </a:solidFill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7499" b="0" i="0" spc="-150" dirty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904369-858E-0A76-287C-07123A7584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6028" y="3233137"/>
            <a:ext cx="5219814" cy="556226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accent1"/>
                </a:solidFill>
                <a:latin typeface="+mn-lt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Callout text comes here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69271C7-87ED-189B-74A6-3438E977F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29" y="5566728"/>
            <a:ext cx="5219813" cy="2286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Supporting text comes here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8A72EB94-F16E-40B7-532A-E0EB723108F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6158" y="2168525"/>
            <a:ext cx="5219813" cy="342106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accent1"/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06B17227-05AA-BB1B-6BB0-BBED1B91B6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6158" y="2977661"/>
            <a:ext cx="5219813" cy="2611927"/>
          </a:xfrm>
          <a:noFill/>
        </p:spPr>
        <p:txBody>
          <a:bodyPr wrap="square" lIns="288000" tIns="180000" rIns="288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41414969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allout +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984D517-D84F-817B-9CB9-AAAC6E3D24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28" y="2168525"/>
            <a:ext cx="5219320" cy="54000"/>
          </a:xfrm>
          <a:solidFill>
            <a:schemeClr val="accent3"/>
          </a:solidFill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7499" b="0" i="0" spc="-150" dirty="0">
                <a:solidFill>
                  <a:schemeClr val="accent3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904369-858E-0A76-287C-07123A7584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6028" y="3233137"/>
            <a:ext cx="5219814" cy="556226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accent3"/>
                </a:solidFill>
                <a:latin typeface="+mn-lt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Callout text comes here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69271C7-87ED-189B-74A6-3438E977F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29" y="5566728"/>
            <a:ext cx="5219813" cy="2286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Supporting text comes here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8A72EB94-F16E-40B7-532A-E0EB723108F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6158" y="2168525"/>
            <a:ext cx="5219813" cy="3421063"/>
          </a:xfrm>
          <a:solidFill>
            <a:schemeClr val="bg1">
              <a:lumMod val="95000"/>
            </a:schemeClr>
          </a:solidFill>
        </p:spPr>
        <p:txBody>
          <a:bodyPr wrap="square" lIns="288000" tIns="288000" rIns="288000" bIns="2880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accent1"/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06B17227-05AA-BB1B-6BB0-BBED1B91B6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6158" y="2977661"/>
            <a:ext cx="5219813" cy="2611927"/>
          </a:xfrm>
          <a:noFill/>
        </p:spPr>
        <p:txBody>
          <a:bodyPr wrap="square" lIns="288000" tIns="180000" rIns="288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5597452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ll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6BDC7B90-7864-E4E9-D4E3-1DB7CA71CE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28" y="2168525"/>
            <a:ext cx="5219320" cy="54000"/>
          </a:xfrm>
          <a:solidFill>
            <a:schemeClr val="accent1"/>
          </a:solidFill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7499" b="0" i="0" spc="-150" dirty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32A69E7C-1FA9-95A1-1D6F-E07FD23CA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6028" y="3233137"/>
            <a:ext cx="5219814" cy="556226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accent1"/>
                </a:solidFill>
                <a:latin typeface="+mn-lt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Callout text comes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F1C0B85-73E8-8BC2-6FBE-4C35EEDDB6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29" y="5566728"/>
            <a:ext cx="5219813" cy="2286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Supporting text comes here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9B714B3-85E8-624B-114C-BD58A435A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6158" y="2168525"/>
            <a:ext cx="5219320" cy="54000"/>
          </a:xfrm>
          <a:solidFill>
            <a:schemeClr val="accent1"/>
          </a:solidFill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7499" b="0" i="0" spc="-150" dirty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C542581-B4A8-E806-F8DC-D6197E625D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6158" y="3233137"/>
            <a:ext cx="5219814" cy="556226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accent1"/>
                </a:solidFill>
                <a:latin typeface="+mn-lt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Callout text comes here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8087563D-8B47-42A6-53E5-AE50324AD9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6159" y="5566728"/>
            <a:ext cx="5219813" cy="2286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Supporting 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3074201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all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4A19DD9-8A7F-6E0D-EB7E-EA52D649BE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28" y="2168525"/>
            <a:ext cx="3419555" cy="54000"/>
          </a:xfrm>
          <a:solidFill>
            <a:schemeClr val="accent1"/>
          </a:solidFill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7499" b="0" i="0" spc="-150" dirty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08FEA103-3ACF-A73A-D101-8C409436ED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6028" y="3233137"/>
            <a:ext cx="3419555" cy="556226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accent1"/>
                </a:solidFill>
                <a:latin typeface="+mn-lt"/>
                <a:cs typeface="Poppins" pitchFamily="2" charset="77"/>
              </a:defRPr>
            </a:lvl1pPr>
          </a:lstStyle>
          <a:p>
            <a:pPr marL="0" lvl="0" defTabSz="228554"/>
            <a:r>
              <a:rPr lang="en-US" dirty="0"/>
              <a:t>Callout text comes here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61DB954-267E-782E-BEA6-8FF3BA7D5D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28" y="5566728"/>
            <a:ext cx="3419555" cy="2286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Supporting text comes here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2F79A969-18A6-EF48-F00C-625006138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6221" y="2168525"/>
            <a:ext cx="3419555" cy="54000"/>
          </a:xfrm>
          <a:solidFill>
            <a:schemeClr val="accent1"/>
          </a:solidFill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7499" b="0" i="0" spc="-150" dirty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768177F1-DE2F-10EE-8A8D-F1F8BCEDF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6221" y="3233137"/>
            <a:ext cx="3419555" cy="556226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accent1"/>
                </a:solidFill>
                <a:latin typeface="+mn-lt"/>
                <a:cs typeface="Poppins" pitchFamily="2" charset="77"/>
              </a:defRPr>
            </a:lvl1pPr>
          </a:lstStyle>
          <a:p>
            <a:pPr marL="0" lvl="0" defTabSz="228554"/>
            <a:r>
              <a:rPr lang="en-US" dirty="0"/>
              <a:t>Callout text comes here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CEF0E93-FB6B-A8CE-BAF6-E2D4618BFD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6222" y="5566728"/>
            <a:ext cx="3419555" cy="2286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Supporting text comes here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0667DD51-4D8D-B27C-22C7-E5FC0C89AE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76416" y="2168525"/>
            <a:ext cx="3419555" cy="54000"/>
          </a:xfrm>
          <a:solidFill>
            <a:schemeClr val="accent1"/>
          </a:solidFill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7499" b="0" i="0" spc="-150" dirty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D3838694-3B49-89B1-14BE-9775E95C9A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76416" y="3233137"/>
            <a:ext cx="3419555" cy="556226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accent1"/>
                </a:solidFill>
                <a:latin typeface="+mn-lt"/>
                <a:cs typeface="Poppins" pitchFamily="2" charset="77"/>
              </a:defRPr>
            </a:lvl1pPr>
          </a:lstStyle>
          <a:p>
            <a:pPr marL="0" lvl="0" defTabSz="228554"/>
            <a:r>
              <a:rPr lang="en-US" dirty="0"/>
              <a:t>Callout text comes here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3CB17DC0-A4AA-2458-661B-DAF3163F19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76417" y="5566728"/>
            <a:ext cx="3419555" cy="2286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Supporting 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12781923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all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4A19DD9-8A7F-6E0D-EB7E-EA52D649BE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28" y="2168525"/>
            <a:ext cx="2519672" cy="54000"/>
          </a:xfrm>
          <a:solidFill>
            <a:schemeClr val="accent1"/>
          </a:solidFill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08FEA103-3ACF-A73A-D101-8C409436ED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6028" y="2942456"/>
            <a:ext cx="2519672" cy="556226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accent1"/>
                </a:solidFill>
                <a:latin typeface="+mn-lt"/>
                <a:cs typeface="Poppins" pitchFamily="2" charset="77"/>
              </a:defRPr>
            </a:lvl1pPr>
          </a:lstStyle>
          <a:p>
            <a:pPr marL="0" lvl="0" defTabSz="228554"/>
            <a:r>
              <a:rPr lang="en-US" dirty="0"/>
              <a:t>Callout text comes here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61DB954-267E-782E-BEA6-8FF3BA7D5D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28" y="5566728"/>
            <a:ext cx="2519672" cy="2286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Supporting text comes here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39B9C61-B4E7-030E-041B-25617EA3FB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6118" y="2168525"/>
            <a:ext cx="2519672" cy="54000"/>
          </a:xfrm>
          <a:solidFill>
            <a:schemeClr val="accent1"/>
          </a:solidFill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08B9DFD-0E08-453A-BF6C-85843D2D8B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56118" y="2942456"/>
            <a:ext cx="2519672" cy="556226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accent1"/>
                </a:solidFill>
                <a:latin typeface="+mn-lt"/>
                <a:cs typeface="Poppins" pitchFamily="2" charset="77"/>
              </a:defRPr>
            </a:lvl1pPr>
          </a:lstStyle>
          <a:p>
            <a:pPr marL="0" lvl="0" defTabSz="228554"/>
            <a:r>
              <a:rPr lang="en-US" dirty="0"/>
              <a:t>Callout text comes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9A91D30-C0CA-9D63-FE0D-428FC3BF47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56119" y="5566728"/>
            <a:ext cx="2519672" cy="2286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Supporting text comes here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59973E8F-96A5-E02C-282B-AA1CFCCC27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16209" y="2168525"/>
            <a:ext cx="2519672" cy="54000"/>
          </a:xfrm>
          <a:solidFill>
            <a:schemeClr val="accent1"/>
          </a:solidFill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087167D4-9446-C0FB-7117-F70A287651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6209" y="2942456"/>
            <a:ext cx="2519672" cy="556226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accent1"/>
                </a:solidFill>
                <a:latin typeface="+mn-lt"/>
                <a:cs typeface="Poppins" pitchFamily="2" charset="77"/>
              </a:defRPr>
            </a:lvl1pPr>
          </a:lstStyle>
          <a:p>
            <a:pPr marL="0" lvl="0" defTabSz="228554"/>
            <a:r>
              <a:rPr lang="en-US" dirty="0"/>
              <a:t>Callout text comes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F041120-1491-DA0D-4F72-F7401C08AF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6210" y="5566728"/>
            <a:ext cx="2519672" cy="2286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Supporting text comes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787A23F-4F80-2107-1849-BB39AEFA260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76300" y="2168525"/>
            <a:ext cx="2519672" cy="54000"/>
          </a:xfrm>
          <a:solidFill>
            <a:schemeClr val="accent1"/>
          </a:solidFill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4999" b="0" i="0" spc="-150" dirty="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5B5FC1B-E3D5-BF92-FC15-19D2F57595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76300" y="2942456"/>
            <a:ext cx="2519672" cy="556226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accent1"/>
                </a:solidFill>
                <a:latin typeface="+mn-lt"/>
                <a:cs typeface="Poppins" pitchFamily="2" charset="77"/>
              </a:defRPr>
            </a:lvl1pPr>
          </a:lstStyle>
          <a:p>
            <a:pPr marL="0" lvl="0" defTabSz="228554"/>
            <a:r>
              <a:rPr lang="en-US" dirty="0"/>
              <a:t>Callout text comes here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A995B5B-E78E-CE7D-2F26-A419765C34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76301" y="5566728"/>
            <a:ext cx="2519672" cy="2286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Supporting 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29424492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Profi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CFB4BB2-CDF6-EF71-BA4F-AF08ABE65AAC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70A7D-1C21-18C6-1AFF-8BDED055D34C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A8AD5A9-43AB-FEC1-E1B9-A5CEC0DFD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6027" y="1677652"/>
            <a:ext cx="3599531" cy="3445328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F0FF786-C471-C922-EF9D-B847BC8B5D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026" y="5122986"/>
            <a:ext cx="3599531" cy="900000"/>
          </a:xfrm>
          <a:solidFill>
            <a:schemeClr val="bg1">
              <a:lumMod val="95000"/>
            </a:schemeClr>
          </a:solidFill>
        </p:spPr>
        <p:txBody>
          <a:bodyPr wrap="square" lIns="288000" tIns="288000" rIns="288000" bIns="288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defTabSz="228554"/>
            <a:r>
              <a:rPr lang="en-US" dirty="0"/>
              <a:t>Firstname Lastname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54191C7E-37EA-1B9F-49A6-2DD7848E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026" y="5615355"/>
            <a:ext cx="3599531" cy="302124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B253120-080A-0480-937E-94AE900F1A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15847" y="4048308"/>
            <a:ext cx="6468178" cy="2091341"/>
          </a:xfrm>
          <a:noFill/>
        </p:spPr>
        <p:txBody>
          <a:bodyPr wrap="square" lIns="0" tIns="0" rIns="0" bIns="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999" b="0" i="0" spc="0" dirty="0">
                <a:solidFill>
                  <a:schemeClr val="accent3">
                    <a:lumMod val="40000"/>
                    <a:lumOff val="60000"/>
                  </a:schemeClr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Focus text comes here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AF3AC1-C929-4812-6611-7E9E756BD6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15847" y="1677652"/>
            <a:ext cx="6468178" cy="211171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13384452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Profi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CFB4BB2-CDF6-EF71-BA4F-AF08ABE65AAC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70A7D-1C21-18C6-1AFF-8BDED055D34C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A8AD5A9-43AB-FEC1-E1B9-A5CEC0DFD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6026" y="1677652"/>
            <a:ext cx="2519672" cy="3445328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F0FF786-C471-C922-EF9D-B847BC8B5D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026" y="4783018"/>
            <a:ext cx="2519672" cy="1239968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54191C7E-37EA-1B9F-49A6-2DD7848E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026" y="5591909"/>
            <a:ext cx="2519672" cy="325570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B253120-080A-0480-937E-94AE900F1A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7961" y="4013139"/>
            <a:ext cx="2519672" cy="2091341"/>
          </a:xfrm>
          <a:noFill/>
        </p:spPr>
        <p:txBody>
          <a:bodyPr wrap="square" lIns="0" tIns="0" rIns="0" bIns="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accent3">
                    <a:lumMod val="40000"/>
                    <a:lumOff val="6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Focus text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AF3AC1-C929-4812-6611-7E9E756BD6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07961" y="1677652"/>
            <a:ext cx="2519672" cy="211171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D8DD-F3A1-1422-1BAB-6BBAF71B55F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63690" y="1677652"/>
            <a:ext cx="2519672" cy="3445328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56ED9F29-C010-F709-495B-9C93C5F1F8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63690" y="4783018"/>
            <a:ext cx="2519672" cy="1239968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FF43FBE-A628-EEF9-64C2-2A8CE5D4831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3690" y="5591909"/>
            <a:ext cx="2519672" cy="325570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08779EEF-5225-8B67-70C8-C82D004A3F8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75625" y="4013139"/>
            <a:ext cx="2519672" cy="2091341"/>
          </a:xfrm>
          <a:noFill/>
        </p:spPr>
        <p:txBody>
          <a:bodyPr wrap="square" lIns="0" tIns="0" rIns="0" bIns="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accent3">
                    <a:lumMod val="40000"/>
                    <a:lumOff val="6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Focus text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45BA3F18-AECD-7008-676E-45F73753238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75625" y="1677652"/>
            <a:ext cx="2519672" cy="211171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34635710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Profi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CFB4BB2-CDF6-EF71-BA4F-AF08ABE65AAC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70A7D-1C21-18C6-1AFF-8BDED055D34C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B1514C6C-0501-95CC-01A9-A6ABA7C159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6026" y="1677652"/>
            <a:ext cx="3419555" cy="1751348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0DAA8684-5823-73B4-52BD-19FA493575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026" y="3428999"/>
            <a:ext cx="3419555" cy="90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307F9D99-ABF6-BAD4-7000-8C32E5B9D2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026" y="3921369"/>
            <a:ext cx="3419555" cy="302124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0E1CFF13-C361-6101-E3D4-3CDDDF18AF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6027" y="4529510"/>
            <a:ext cx="3419555" cy="1612754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3019F0A6-5121-B948-934C-DD7144EA3694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386222" y="1677652"/>
            <a:ext cx="3419555" cy="1751348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2B466C96-6A13-5481-9C9D-2FB0B19E23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86222" y="3428999"/>
            <a:ext cx="3419555" cy="90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09C8E4BB-6023-95F0-F59C-41F68071C10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86222" y="3921369"/>
            <a:ext cx="3419555" cy="302124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13627620-F72F-25B9-8E3F-AAB0342A35D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86222" y="4529510"/>
            <a:ext cx="3419555" cy="1612754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49F8757-8FE4-C2FA-F16A-4A42915A6C3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76417" y="1677652"/>
            <a:ext cx="3419555" cy="1751348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DAA1F1-DC54-63EC-E015-A4DF93A5A64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76417" y="3428999"/>
            <a:ext cx="3419555" cy="90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0D23E0A6-E4EA-5B2B-F303-5557E77A4F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76417" y="3921369"/>
            <a:ext cx="3419555" cy="302124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9CCE5E-31C3-D076-857B-4B4E0B3ED15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76418" y="4529510"/>
            <a:ext cx="3419555" cy="1612754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1051627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Profi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CFB4BB2-CDF6-EF71-BA4F-AF08ABE65AAC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70A7D-1C21-18C6-1AFF-8BDED055D34C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B1514C6C-0501-95CC-01A9-A6ABA7C159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6026" y="1677652"/>
            <a:ext cx="2519672" cy="1751348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0DAA8684-5823-73B4-52BD-19FA493575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026" y="3428999"/>
            <a:ext cx="2519672" cy="900000"/>
          </a:xfrm>
          <a:solidFill>
            <a:schemeClr val="bg1">
              <a:lumMod val="95000"/>
            </a:schemeClr>
          </a:solidFill>
        </p:spPr>
        <p:txBody>
          <a:bodyPr wrap="square" lIns="288000" tIns="288000" rIns="288000" bIns="288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defTabSz="228554"/>
            <a:r>
              <a:rPr lang="en-US" dirty="0"/>
              <a:t>Firstname Lastname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307F9D99-ABF6-BAD4-7000-8C32E5B9D2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026" y="3921369"/>
            <a:ext cx="2519672" cy="302124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0E1CFF13-C361-6101-E3D4-3CDDDF18AF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6027" y="4529510"/>
            <a:ext cx="2519672" cy="1612754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C57D4B-636B-5D1C-8447-BAE89AF06AB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3455892" y="1677652"/>
            <a:ext cx="2519672" cy="1751348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D8E2A547-23BB-D076-CA2A-CDDFE5BCCF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55892" y="3428999"/>
            <a:ext cx="2519672" cy="900000"/>
          </a:xfrm>
          <a:solidFill>
            <a:schemeClr val="bg1">
              <a:lumMod val="95000"/>
            </a:schemeClr>
          </a:solidFill>
        </p:spPr>
        <p:txBody>
          <a:bodyPr wrap="square" lIns="288000" tIns="288000" rIns="288000" bIns="288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defTabSz="228554"/>
            <a:r>
              <a:rPr lang="en-US" dirty="0"/>
              <a:t>Firstname Lastname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10F65EC-4336-9FE8-5914-BD8860C33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55892" y="3921369"/>
            <a:ext cx="2519672" cy="302124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590C2C1-A0D1-34AE-F6C5-FB9227EC79A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55893" y="4529510"/>
            <a:ext cx="2519672" cy="1612754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5B9CB6BC-6D88-7DA9-D951-E3847D940AC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215759" y="1677652"/>
            <a:ext cx="2519672" cy="1751348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89C0BEF-CCA1-01FF-BC1E-1479C027FF7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59" y="3428999"/>
            <a:ext cx="2519672" cy="900000"/>
          </a:xfrm>
          <a:solidFill>
            <a:schemeClr val="bg1">
              <a:lumMod val="95000"/>
            </a:schemeClr>
          </a:solidFill>
        </p:spPr>
        <p:txBody>
          <a:bodyPr wrap="square" lIns="288000" tIns="288000" rIns="288000" bIns="288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defTabSz="228554"/>
            <a:r>
              <a:rPr lang="en-US" dirty="0"/>
              <a:t>Firstname Lastname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76208393-9CA7-0457-2750-5D618565CA9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15759" y="3921369"/>
            <a:ext cx="2519672" cy="302124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0B54F925-EB16-B4A5-2CF3-C6660EEB15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15759" y="4529510"/>
            <a:ext cx="2519672" cy="1612754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9D710E8B-328F-370F-E8A3-6F3ABFB1F22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975624" y="1677652"/>
            <a:ext cx="2519672" cy="1751348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A54439B8-EAC4-BA71-5C93-36E2B0D99EA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75624" y="3428999"/>
            <a:ext cx="2519672" cy="900000"/>
          </a:xfrm>
          <a:solidFill>
            <a:schemeClr val="bg1">
              <a:lumMod val="95000"/>
            </a:schemeClr>
          </a:solidFill>
        </p:spPr>
        <p:txBody>
          <a:bodyPr wrap="square" lIns="288000" tIns="288000" rIns="288000" bIns="288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defTabSz="228554"/>
            <a:r>
              <a:rPr lang="en-US" dirty="0"/>
              <a:t>Firstname Lastname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A7C693CB-1907-5954-41D6-5E9694AAE9C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75624" y="3921369"/>
            <a:ext cx="2519672" cy="302124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B1C987BF-2BFF-4B63-D168-D8F3AFDA58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975625" y="4529510"/>
            <a:ext cx="2519672" cy="1612754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</p:spTree>
    <p:extLst>
      <p:ext uri="{BB962C8B-B14F-4D97-AF65-F5344CB8AC3E}">
        <p14:creationId xmlns:p14="http://schemas.microsoft.com/office/powerpoint/2010/main" val="41835516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Profi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CFB4BB2-CDF6-EF71-BA4F-AF08ABE65AAC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70A7D-1C21-18C6-1AFF-8BDED055D34C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B1514C6C-0501-95CC-01A9-A6ABA7C159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6026" y="1677652"/>
            <a:ext cx="3419555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0DAA8684-5823-73B4-52BD-19FA493575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026" y="3027652"/>
            <a:ext cx="3419555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307F9D99-ABF6-BAD4-7000-8C32E5B9D2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026" y="3341242"/>
            <a:ext cx="3419555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3019F0A6-5121-B948-934C-DD7144EA3694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386222" y="1677652"/>
            <a:ext cx="3419555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2B466C96-6A13-5481-9C9D-2FB0B19E23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86222" y="3027652"/>
            <a:ext cx="3419555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09C8E4BB-6023-95F0-F59C-41F68071C10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86222" y="3341242"/>
            <a:ext cx="3419555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49F8757-8FE4-C2FA-F16A-4A42915A6C3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76417" y="1677652"/>
            <a:ext cx="3419555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DAA1F1-DC54-63EC-E015-A4DF93A5A64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76417" y="3027652"/>
            <a:ext cx="3419555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0D23E0A6-E4EA-5B2B-F303-5557E77A4F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76417" y="3341242"/>
            <a:ext cx="3419555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9A6EBA-B48D-0C83-16A5-C2959AB3DD5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96026" y="3971243"/>
            <a:ext cx="3419555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B741CF23-2A2C-90E3-528F-C2049178234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6026" y="5321243"/>
            <a:ext cx="3419555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1A865C2-787C-C110-02A8-0771A748B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96026" y="5634833"/>
            <a:ext cx="3419555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A4AD90EE-59DA-EB27-4A4E-B243F0DB603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386222" y="3971243"/>
            <a:ext cx="3419555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B758485C-23E7-D6C5-CF39-3F0D636B404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86222" y="5321243"/>
            <a:ext cx="3419555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891DD171-DC2B-CCC0-A5C4-BA03CC2AF2D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86222" y="5634833"/>
            <a:ext cx="3419555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D8DA4ADA-0986-74DF-342F-2F725FE09C9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8076417" y="3971243"/>
            <a:ext cx="3419555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1AD59E6A-EEB2-7EE6-F46F-4916D0B1299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076417" y="5321243"/>
            <a:ext cx="3419555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7255B45B-F2A6-E6E5-4DA1-EEE56F45426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076417" y="5634833"/>
            <a:ext cx="3419555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14512544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Profi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CFB4BB2-CDF6-EF71-BA4F-AF08ABE65AAC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70A7D-1C21-18C6-1AFF-8BDED055D34C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B1514C6C-0501-95CC-01A9-A6ABA7C159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6026" y="1677652"/>
            <a:ext cx="251967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0DAA8684-5823-73B4-52BD-19FA493575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026" y="3027652"/>
            <a:ext cx="251967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307F9D99-ABF6-BAD4-7000-8C32E5B9D2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026" y="3341242"/>
            <a:ext cx="251967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BFED4550-DCE8-C356-D05E-A00215328D6E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455892" y="1677652"/>
            <a:ext cx="251967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FDFE82AA-268B-393E-5CBA-D8D6C86185F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455892" y="3027652"/>
            <a:ext cx="251967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9C45CBA7-5188-465C-B333-D8A45826102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455892" y="3341242"/>
            <a:ext cx="251967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6127E7B2-B81D-38B5-7594-8960DBC9311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15759" y="1677652"/>
            <a:ext cx="251967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E544C02D-4464-559D-BD24-53C73461F49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15759" y="3027652"/>
            <a:ext cx="251967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B21B9DE-9203-64EC-A495-A7FE285496C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215759" y="3341242"/>
            <a:ext cx="251967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6C8E563F-E091-D7B6-4463-F53F6F890D9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975625" y="1677652"/>
            <a:ext cx="251967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E85CB63C-52DD-94AE-3901-7595EB270DB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75625" y="3027652"/>
            <a:ext cx="251967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38D6FF00-3333-F88F-933A-A957FD66C8E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75625" y="3341242"/>
            <a:ext cx="251967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BE267D49-A1A2-EF31-7D8C-4C77D17B8AA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96026" y="3971243"/>
            <a:ext cx="251967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61" name="Text Placeholder 12">
            <a:extLst>
              <a:ext uri="{FF2B5EF4-FFF2-40B4-BE49-F238E27FC236}">
                <a16:creationId xmlns:a16="http://schemas.microsoft.com/office/drawing/2014/main" id="{878593C3-3354-9E77-2ED5-059D0A39AD9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96026" y="5321243"/>
            <a:ext cx="251967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62" name="Text Placeholder 12">
            <a:extLst>
              <a:ext uri="{FF2B5EF4-FFF2-40B4-BE49-F238E27FC236}">
                <a16:creationId xmlns:a16="http://schemas.microsoft.com/office/drawing/2014/main" id="{25C1B31F-F9EC-A4CB-579E-BB9F4D64008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96026" y="5634833"/>
            <a:ext cx="251967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2509CBE8-FCCA-2D3D-7A3A-57AD6072752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455892" y="3971243"/>
            <a:ext cx="251967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4B372FB9-62BD-99A8-1CFB-6FB0D8EB9C7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455892" y="5321243"/>
            <a:ext cx="251967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65" name="Text Placeholder 12">
            <a:extLst>
              <a:ext uri="{FF2B5EF4-FFF2-40B4-BE49-F238E27FC236}">
                <a16:creationId xmlns:a16="http://schemas.microsoft.com/office/drawing/2014/main" id="{3E596C9E-FE40-D2DD-AA0D-709F23C01BA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455892" y="5634833"/>
            <a:ext cx="251967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AB3BFE39-F62B-7A6B-6663-F249710872BE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215759" y="3971243"/>
            <a:ext cx="251967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67" name="Text Placeholder 12">
            <a:extLst>
              <a:ext uri="{FF2B5EF4-FFF2-40B4-BE49-F238E27FC236}">
                <a16:creationId xmlns:a16="http://schemas.microsoft.com/office/drawing/2014/main" id="{F5135694-D13D-4AAC-8AC8-AB6EF1F7B83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215759" y="5321243"/>
            <a:ext cx="251967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68" name="Text Placeholder 12">
            <a:extLst>
              <a:ext uri="{FF2B5EF4-FFF2-40B4-BE49-F238E27FC236}">
                <a16:creationId xmlns:a16="http://schemas.microsoft.com/office/drawing/2014/main" id="{86D03F01-8267-80D2-C931-7DEE4CA6E7B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15759" y="5634833"/>
            <a:ext cx="251967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B23230D8-AAF7-F3F5-ABED-995B5881B44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8975625" y="3971243"/>
            <a:ext cx="251967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70" name="Text Placeholder 12">
            <a:extLst>
              <a:ext uri="{FF2B5EF4-FFF2-40B4-BE49-F238E27FC236}">
                <a16:creationId xmlns:a16="http://schemas.microsoft.com/office/drawing/2014/main" id="{FE419645-B40D-ED5B-961B-0CDD474F3B1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975625" y="5321243"/>
            <a:ext cx="251967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600" b="0" i="0" spc="0" dirty="0">
                <a:solidFill>
                  <a:schemeClr val="accent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71" name="Text Placeholder 12">
            <a:extLst>
              <a:ext uri="{FF2B5EF4-FFF2-40B4-BE49-F238E27FC236}">
                <a16:creationId xmlns:a16="http://schemas.microsoft.com/office/drawing/2014/main" id="{7004AB32-58EA-B53B-A384-48BF2BCFD97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75625" y="5634833"/>
            <a:ext cx="251967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31657988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 Profi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CFB4BB2-CDF6-EF71-BA4F-AF08ABE65AAC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70A7D-1C21-18C6-1AFF-8BDED055D34C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B1514C6C-0501-95CC-01A9-A6ABA7C159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6026" y="1677652"/>
            <a:ext cx="197974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0DAA8684-5823-73B4-52BD-19FA493575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026" y="3027652"/>
            <a:ext cx="197974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307F9D99-ABF6-BAD4-7000-8C32E5B9D2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026" y="3306073"/>
            <a:ext cx="197974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53346-CF30-FBEF-7148-46AFD047E89E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2900908" y="1677652"/>
            <a:ext cx="197974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8C0EC90-55F8-1CB7-F704-CEF41C2D834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900908" y="3027652"/>
            <a:ext cx="197974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0DE7AE6-A2E5-CECA-E756-D4D0EE18DCE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900908" y="3306073"/>
            <a:ext cx="197974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39536EC-5980-DE1A-2B82-5E12CB5B6B24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105790" y="1677652"/>
            <a:ext cx="197974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59A0EF1E-2D1B-312E-8D67-C5F73D0C7D1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105790" y="3027652"/>
            <a:ext cx="197974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4E2858C-370B-CAE4-03C0-7B273F2B407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105790" y="3306073"/>
            <a:ext cx="197974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8FEE5D4-7D26-CD5E-C1D1-DC79252E08B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7310672" y="1677652"/>
            <a:ext cx="197974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AFFCDC3-791A-6E14-1066-5D04647AB8C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310672" y="3027652"/>
            <a:ext cx="197974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FEA45362-B999-E3B0-E635-0BAE8E54171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310672" y="3306073"/>
            <a:ext cx="197974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F44D580A-0D9A-A22A-3336-81AEC23DF7EE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9515555" y="1677652"/>
            <a:ext cx="197974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F9143AF1-5CC1-08D9-7FD0-7CF6EE96C488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515555" y="3027652"/>
            <a:ext cx="197974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E831705A-C325-77D5-5895-E5D0CCF393B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515555" y="3306073"/>
            <a:ext cx="197974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75" name="Picture Placeholder 2">
            <a:extLst>
              <a:ext uri="{FF2B5EF4-FFF2-40B4-BE49-F238E27FC236}">
                <a16:creationId xmlns:a16="http://schemas.microsoft.com/office/drawing/2014/main" id="{117ADD5C-F42B-BDFA-D915-D51066DB5976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696026" y="3971243"/>
            <a:ext cx="197974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76" name="Text Placeholder 12">
            <a:extLst>
              <a:ext uri="{FF2B5EF4-FFF2-40B4-BE49-F238E27FC236}">
                <a16:creationId xmlns:a16="http://schemas.microsoft.com/office/drawing/2014/main" id="{37A67C7D-9787-0FD2-5544-68CE2E75B610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96026" y="5321243"/>
            <a:ext cx="197974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77" name="Text Placeholder 12">
            <a:extLst>
              <a:ext uri="{FF2B5EF4-FFF2-40B4-BE49-F238E27FC236}">
                <a16:creationId xmlns:a16="http://schemas.microsoft.com/office/drawing/2014/main" id="{E19ECACC-AC5D-2012-6071-10D0665773BB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696026" y="5599664"/>
            <a:ext cx="197974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78" name="Picture Placeholder 2">
            <a:extLst>
              <a:ext uri="{FF2B5EF4-FFF2-40B4-BE49-F238E27FC236}">
                <a16:creationId xmlns:a16="http://schemas.microsoft.com/office/drawing/2014/main" id="{97D7077E-6DFD-5860-5556-19093262B914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2900908" y="3971243"/>
            <a:ext cx="197974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79" name="Text Placeholder 12">
            <a:extLst>
              <a:ext uri="{FF2B5EF4-FFF2-40B4-BE49-F238E27FC236}">
                <a16:creationId xmlns:a16="http://schemas.microsoft.com/office/drawing/2014/main" id="{38446B0A-721C-4FD0-9372-3A6BF134C1F4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2900908" y="5321243"/>
            <a:ext cx="197974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80" name="Text Placeholder 12">
            <a:extLst>
              <a:ext uri="{FF2B5EF4-FFF2-40B4-BE49-F238E27FC236}">
                <a16:creationId xmlns:a16="http://schemas.microsoft.com/office/drawing/2014/main" id="{8F3C4025-4A46-076A-C375-78782A45729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2900908" y="5599664"/>
            <a:ext cx="197974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81" name="Picture Placeholder 2">
            <a:extLst>
              <a:ext uri="{FF2B5EF4-FFF2-40B4-BE49-F238E27FC236}">
                <a16:creationId xmlns:a16="http://schemas.microsoft.com/office/drawing/2014/main" id="{0A4AC180-663B-7B26-935C-97EC65D47BAF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5105790" y="3971243"/>
            <a:ext cx="197974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82" name="Text Placeholder 12">
            <a:extLst>
              <a:ext uri="{FF2B5EF4-FFF2-40B4-BE49-F238E27FC236}">
                <a16:creationId xmlns:a16="http://schemas.microsoft.com/office/drawing/2014/main" id="{9D53D315-F8D9-29AE-53EF-595FB99810F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5105790" y="5321243"/>
            <a:ext cx="197974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83" name="Text Placeholder 12">
            <a:extLst>
              <a:ext uri="{FF2B5EF4-FFF2-40B4-BE49-F238E27FC236}">
                <a16:creationId xmlns:a16="http://schemas.microsoft.com/office/drawing/2014/main" id="{5701B45A-6A05-B91E-7FD3-32A9A15661D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5105790" y="5599664"/>
            <a:ext cx="197974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84" name="Picture Placeholder 2">
            <a:extLst>
              <a:ext uri="{FF2B5EF4-FFF2-40B4-BE49-F238E27FC236}">
                <a16:creationId xmlns:a16="http://schemas.microsoft.com/office/drawing/2014/main" id="{03C8CD5C-291F-443A-7202-5DBCAEAFE67D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7310672" y="3971243"/>
            <a:ext cx="197974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85" name="Text Placeholder 12">
            <a:extLst>
              <a:ext uri="{FF2B5EF4-FFF2-40B4-BE49-F238E27FC236}">
                <a16:creationId xmlns:a16="http://schemas.microsoft.com/office/drawing/2014/main" id="{A8E32F6E-2FDE-8367-2E97-AE6583EEA85D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7310672" y="5321243"/>
            <a:ext cx="197974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86" name="Text Placeholder 12">
            <a:extLst>
              <a:ext uri="{FF2B5EF4-FFF2-40B4-BE49-F238E27FC236}">
                <a16:creationId xmlns:a16="http://schemas.microsoft.com/office/drawing/2014/main" id="{55E40792-9BFD-38EB-96C0-E782DD57E69F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7310672" y="5599664"/>
            <a:ext cx="197974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87" name="Picture Placeholder 2">
            <a:extLst>
              <a:ext uri="{FF2B5EF4-FFF2-40B4-BE49-F238E27FC236}">
                <a16:creationId xmlns:a16="http://schemas.microsoft.com/office/drawing/2014/main" id="{1721C6A2-AF76-B82D-A750-E365C9E9D435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9515555" y="3971243"/>
            <a:ext cx="1979742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88" name="Text Placeholder 12">
            <a:extLst>
              <a:ext uri="{FF2B5EF4-FFF2-40B4-BE49-F238E27FC236}">
                <a16:creationId xmlns:a16="http://schemas.microsoft.com/office/drawing/2014/main" id="{1D361C56-9944-031B-A572-57E3FF3687D7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515555" y="5321243"/>
            <a:ext cx="1979742" cy="630000"/>
          </a:xfrm>
          <a:solidFill>
            <a:schemeClr val="bg1">
              <a:lumMod val="95000"/>
            </a:schemeClr>
          </a:solidFill>
        </p:spPr>
        <p:txBody>
          <a:bodyPr vert="horz" wrap="square" lIns="288000" tIns="288000" rIns="288000" bIns="288000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89" name="Text Placeholder 12">
            <a:extLst>
              <a:ext uri="{FF2B5EF4-FFF2-40B4-BE49-F238E27FC236}">
                <a16:creationId xmlns:a16="http://schemas.microsoft.com/office/drawing/2014/main" id="{6BE37CF5-9FFC-8F6B-AD26-6BD2FD7E4E81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9515555" y="5599664"/>
            <a:ext cx="1979742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339586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 Profi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CFB4BB2-CDF6-EF71-BA4F-AF08ABE65AAC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70A7D-1C21-18C6-1AFF-8BDED055D34C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B1514C6C-0501-95CC-01A9-A6ABA7C159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6026" y="1677652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0DAA8684-5823-73B4-52BD-19FA493575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026" y="283572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307F9D99-ABF6-BAD4-7000-8C32E5B9D2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026" y="3306073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2A696B5B-074B-1491-824A-E84999B64E58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2531923" y="1677652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B5D60486-3B83-668A-7522-6DEE4BB86919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2531923" y="283572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65" name="Text Placeholder 12">
            <a:extLst>
              <a:ext uri="{FF2B5EF4-FFF2-40B4-BE49-F238E27FC236}">
                <a16:creationId xmlns:a16="http://schemas.microsoft.com/office/drawing/2014/main" id="{934F56A3-CFEB-B5CB-3536-90632A5D39ED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2531923" y="3306073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5D45E715-39B3-20AA-DC2B-0B094D6050A1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4367819" y="1677652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70" name="Text Placeholder 12">
            <a:extLst>
              <a:ext uri="{FF2B5EF4-FFF2-40B4-BE49-F238E27FC236}">
                <a16:creationId xmlns:a16="http://schemas.microsoft.com/office/drawing/2014/main" id="{0E7E3B91-4D0B-08CC-6C42-7FFDF5E95A4D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67819" y="283572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71" name="Text Placeholder 12">
            <a:extLst>
              <a:ext uri="{FF2B5EF4-FFF2-40B4-BE49-F238E27FC236}">
                <a16:creationId xmlns:a16="http://schemas.microsoft.com/office/drawing/2014/main" id="{774FCEF5-BF27-7143-0397-E99A4E1FFE0A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4367819" y="3306073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90" name="Picture Placeholder 2">
            <a:extLst>
              <a:ext uri="{FF2B5EF4-FFF2-40B4-BE49-F238E27FC236}">
                <a16:creationId xmlns:a16="http://schemas.microsoft.com/office/drawing/2014/main" id="{27F24AFF-7169-BE11-0BFD-880285AD70D3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6203716" y="1677652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91" name="Text Placeholder 12">
            <a:extLst>
              <a:ext uri="{FF2B5EF4-FFF2-40B4-BE49-F238E27FC236}">
                <a16:creationId xmlns:a16="http://schemas.microsoft.com/office/drawing/2014/main" id="{27D5AFEC-A1C5-FA30-84EA-842DD41A609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6203716" y="283572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92" name="Text Placeholder 12">
            <a:extLst>
              <a:ext uri="{FF2B5EF4-FFF2-40B4-BE49-F238E27FC236}">
                <a16:creationId xmlns:a16="http://schemas.microsoft.com/office/drawing/2014/main" id="{3811A5CF-13F0-D283-42A0-311E22EA546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203716" y="3306073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96" name="Picture Placeholder 2">
            <a:extLst>
              <a:ext uri="{FF2B5EF4-FFF2-40B4-BE49-F238E27FC236}">
                <a16:creationId xmlns:a16="http://schemas.microsoft.com/office/drawing/2014/main" id="{57F95C65-0D51-7571-D6AD-0DE90C8B4D83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8039612" y="1677652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97" name="Text Placeholder 12">
            <a:extLst>
              <a:ext uri="{FF2B5EF4-FFF2-40B4-BE49-F238E27FC236}">
                <a16:creationId xmlns:a16="http://schemas.microsoft.com/office/drawing/2014/main" id="{054555E9-D591-5EA6-68ED-ABAD5E4E9EE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8039612" y="283572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98" name="Text Placeholder 12">
            <a:extLst>
              <a:ext uri="{FF2B5EF4-FFF2-40B4-BE49-F238E27FC236}">
                <a16:creationId xmlns:a16="http://schemas.microsoft.com/office/drawing/2014/main" id="{73189549-2596-EC03-0980-AF98807458DA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039612" y="3306073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02" name="Picture Placeholder 2">
            <a:extLst>
              <a:ext uri="{FF2B5EF4-FFF2-40B4-BE49-F238E27FC236}">
                <a16:creationId xmlns:a16="http://schemas.microsoft.com/office/drawing/2014/main" id="{C3C24540-3324-2C19-34EB-105D1B183F7F}"/>
              </a:ext>
            </a:extLst>
          </p:cNvPr>
          <p:cNvSpPr>
            <a:spLocks noGrp="1"/>
          </p:cNvSpPr>
          <p:nvPr>
            <p:ph type="pic" sz="quarter" idx="113" hasCustomPrompt="1"/>
          </p:nvPr>
        </p:nvSpPr>
        <p:spPr>
          <a:xfrm>
            <a:off x="9875508" y="1677652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03" name="Text Placeholder 12">
            <a:extLst>
              <a:ext uri="{FF2B5EF4-FFF2-40B4-BE49-F238E27FC236}">
                <a16:creationId xmlns:a16="http://schemas.microsoft.com/office/drawing/2014/main" id="{10C361A8-9755-A0BF-067B-578FCB688779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9875508" y="283572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04" name="Text Placeholder 12">
            <a:extLst>
              <a:ext uri="{FF2B5EF4-FFF2-40B4-BE49-F238E27FC236}">
                <a16:creationId xmlns:a16="http://schemas.microsoft.com/office/drawing/2014/main" id="{38F784C8-8B11-6282-1BC5-DBB52803E4AE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875508" y="3306073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26" name="Picture Placeholder 2">
            <a:extLst>
              <a:ext uri="{FF2B5EF4-FFF2-40B4-BE49-F238E27FC236}">
                <a16:creationId xmlns:a16="http://schemas.microsoft.com/office/drawing/2014/main" id="{5E7C82F9-80DE-08FA-DFB8-48439F83C69F}"/>
              </a:ext>
            </a:extLst>
          </p:cNvPr>
          <p:cNvSpPr>
            <a:spLocks noGrp="1"/>
          </p:cNvSpPr>
          <p:nvPr>
            <p:ph type="pic" sz="quarter" idx="116" hasCustomPrompt="1"/>
          </p:nvPr>
        </p:nvSpPr>
        <p:spPr>
          <a:xfrm>
            <a:off x="696026" y="3971243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27" name="Text Placeholder 12">
            <a:extLst>
              <a:ext uri="{FF2B5EF4-FFF2-40B4-BE49-F238E27FC236}">
                <a16:creationId xmlns:a16="http://schemas.microsoft.com/office/drawing/2014/main" id="{6E3131A1-D0E3-5122-D377-CD31D09B9A40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696026" y="512931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28" name="Text Placeholder 12">
            <a:extLst>
              <a:ext uri="{FF2B5EF4-FFF2-40B4-BE49-F238E27FC236}">
                <a16:creationId xmlns:a16="http://schemas.microsoft.com/office/drawing/2014/main" id="{C6B603D3-6C7D-6DBC-F263-BA7BB9EF4D8B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696026" y="5599664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29" name="Picture Placeholder 2">
            <a:extLst>
              <a:ext uri="{FF2B5EF4-FFF2-40B4-BE49-F238E27FC236}">
                <a16:creationId xmlns:a16="http://schemas.microsoft.com/office/drawing/2014/main" id="{2945CD6F-8916-87D8-74A2-509469F790BA}"/>
              </a:ext>
            </a:extLst>
          </p:cNvPr>
          <p:cNvSpPr>
            <a:spLocks noGrp="1"/>
          </p:cNvSpPr>
          <p:nvPr>
            <p:ph type="pic" sz="quarter" idx="119" hasCustomPrompt="1"/>
          </p:nvPr>
        </p:nvSpPr>
        <p:spPr>
          <a:xfrm>
            <a:off x="2531923" y="3971243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30" name="Text Placeholder 12">
            <a:extLst>
              <a:ext uri="{FF2B5EF4-FFF2-40B4-BE49-F238E27FC236}">
                <a16:creationId xmlns:a16="http://schemas.microsoft.com/office/drawing/2014/main" id="{374E60D0-BD8E-1178-CF56-8E8982D695D5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2531923" y="512931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31" name="Text Placeholder 12">
            <a:extLst>
              <a:ext uri="{FF2B5EF4-FFF2-40B4-BE49-F238E27FC236}">
                <a16:creationId xmlns:a16="http://schemas.microsoft.com/office/drawing/2014/main" id="{64E2E363-DA00-AE3E-EFC8-3BF77D65BFAD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2531923" y="5599664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32" name="Picture Placeholder 2">
            <a:extLst>
              <a:ext uri="{FF2B5EF4-FFF2-40B4-BE49-F238E27FC236}">
                <a16:creationId xmlns:a16="http://schemas.microsoft.com/office/drawing/2014/main" id="{30CB64BF-3A2C-9FA8-A3E0-D06B23352FC4}"/>
              </a:ext>
            </a:extLst>
          </p:cNvPr>
          <p:cNvSpPr>
            <a:spLocks noGrp="1"/>
          </p:cNvSpPr>
          <p:nvPr>
            <p:ph type="pic" sz="quarter" idx="122" hasCustomPrompt="1"/>
          </p:nvPr>
        </p:nvSpPr>
        <p:spPr>
          <a:xfrm>
            <a:off x="4367819" y="3971243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33" name="Text Placeholder 12">
            <a:extLst>
              <a:ext uri="{FF2B5EF4-FFF2-40B4-BE49-F238E27FC236}">
                <a16:creationId xmlns:a16="http://schemas.microsoft.com/office/drawing/2014/main" id="{19B7931F-F5A5-B2C5-F237-B70FBE35631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367819" y="512931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34" name="Text Placeholder 12">
            <a:extLst>
              <a:ext uri="{FF2B5EF4-FFF2-40B4-BE49-F238E27FC236}">
                <a16:creationId xmlns:a16="http://schemas.microsoft.com/office/drawing/2014/main" id="{3677656E-751B-AC1C-FEF0-6C4D0C10B204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4367819" y="5599664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35" name="Picture Placeholder 2">
            <a:extLst>
              <a:ext uri="{FF2B5EF4-FFF2-40B4-BE49-F238E27FC236}">
                <a16:creationId xmlns:a16="http://schemas.microsoft.com/office/drawing/2014/main" id="{B3F2378B-03FC-769E-AE0B-3FF96C4FABDF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6203716" y="3971243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36" name="Text Placeholder 12">
            <a:extLst>
              <a:ext uri="{FF2B5EF4-FFF2-40B4-BE49-F238E27FC236}">
                <a16:creationId xmlns:a16="http://schemas.microsoft.com/office/drawing/2014/main" id="{7FD3A187-FE59-FF46-32BD-F9CF2F5659DA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6203716" y="512931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37" name="Text Placeholder 12">
            <a:extLst>
              <a:ext uri="{FF2B5EF4-FFF2-40B4-BE49-F238E27FC236}">
                <a16:creationId xmlns:a16="http://schemas.microsoft.com/office/drawing/2014/main" id="{13402DD3-B8A6-45C9-2503-8292F2F39F9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203716" y="5599664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38" name="Picture Placeholder 2">
            <a:extLst>
              <a:ext uri="{FF2B5EF4-FFF2-40B4-BE49-F238E27FC236}">
                <a16:creationId xmlns:a16="http://schemas.microsoft.com/office/drawing/2014/main" id="{5420CBBA-4F0D-D94D-8E16-F3683649254B}"/>
              </a:ext>
            </a:extLst>
          </p:cNvPr>
          <p:cNvSpPr>
            <a:spLocks noGrp="1"/>
          </p:cNvSpPr>
          <p:nvPr>
            <p:ph type="pic" sz="quarter" idx="128" hasCustomPrompt="1"/>
          </p:nvPr>
        </p:nvSpPr>
        <p:spPr>
          <a:xfrm>
            <a:off x="8039612" y="3971243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39" name="Text Placeholder 12">
            <a:extLst>
              <a:ext uri="{FF2B5EF4-FFF2-40B4-BE49-F238E27FC236}">
                <a16:creationId xmlns:a16="http://schemas.microsoft.com/office/drawing/2014/main" id="{A664C528-7FA9-DBC0-86BE-0716E29D59B9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8039612" y="512931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40" name="Text Placeholder 12">
            <a:extLst>
              <a:ext uri="{FF2B5EF4-FFF2-40B4-BE49-F238E27FC236}">
                <a16:creationId xmlns:a16="http://schemas.microsoft.com/office/drawing/2014/main" id="{82DF33F6-0497-796D-5765-5FF7C109379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39612" y="5599664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  <p:sp>
        <p:nvSpPr>
          <p:cNvPr id="141" name="Picture Placeholder 2">
            <a:extLst>
              <a:ext uri="{FF2B5EF4-FFF2-40B4-BE49-F238E27FC236}">
                <a16:creationId xmlns:a16="http://schemas.microsoft.com/office/drawing/2014/main" id="{3CCE2BA9-1619-AEBD-76E1-9E3CA7A14151}"/>
              </a:ext>
            </a:extLst>
          </p:cNvPr>
          <p:cNvSpPr>
            <a:spLocks noGrp="1"/>
          </p:cNvSpPr>
          <p:nvPr>
            <p:ph type="pic" sz="quarter" idx="131" hasCustomPrompt="1"/>
          </p:nvPr>
        </p:nvSpPr>
        <p:spPr>
          <a:xfrm>
            <a:off x="9875508" y="3971243"/>
            <a:ext cx="1619789" cy="135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Profile Image here</a:t>
            </a:r>
          </a:p>
        </p:txBody>
      </p:sp>
      <p:sp>
        <p:nvSpPr>
          <p:cNvPr id="142" name="Text Placeholder 12">
            <a:extLst>
              <a:ext uri="{FF2B5EF4-FFF2-40B4-BE49-F238E27FC236}">
                <a16:creationId xmlns:a16="http://schemas.microsoft.com/office/drawing/2014/main" id="{76FDE827-8842-E112-A2F7-B8180D55C6D3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9875508" y="5129319"/>
            <a:ext cx="1619789" cy="821924"/>
          </a:xfrm>
          <a:solidFill>
            <a:schemeClr val="bg1">
              <a:lumMod val="95000"/>
            </a:schemeClr>
          </a:solidFill>
        </p:spPr>
        <p:txBody>
          <a:bodyPr vert="horz" wrap="square" lIns="288000" tIns="251999" rIns="288000" bIns="251999" rtlCol="0" anchor="t">
            <a:noAutofit/>
          </a:bodyPr>
          <a:lstStyle>
            <a:lvl1pPr>
              <a:defRPr lang="en-US" sz="1200" b="1" i="0" spc="0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pPr marL="0" lvl="0" indent="0" defTabSz="228554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Firstname Lastname</a:t>
            </a:r>
          </a:p>
        </p:txBody>
      </p:sp>
      <p:sp>
        <p:nvSpPr>
          <p:cNvPr id="143" name="Text Placeholder 12">
            <a:extLst>
              <a:ext uri="{FF2B5EF4-FFF2-40B4-BE49-F238E27FC236}">
                <a16:creationId xmlns:a16="http://schemas.microsoft.com/office/drawing/2014/main" id="{7EF0A407-4AE7-618B-E6B8-E80AB5768855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9875508" y="5599664"/>
            <a:ext cx="1619789" cy="246443"/>
          </a:xfrm>
          <a:noFill/>
        </p:spPr>
        <p:txBody>
          <a:bodyPr wrap="square" lIns="288000" tIns="0" rIns="28800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21195092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887872E0-6EEB-366E-654E-7DA6FADAFD35}"/>
              </a:ext>
            </a:extLst>
          </p:cNvPr>
          <p:cNvSpPr/>
          <p:nvPr/>
        </p:nvSpPr>
        <p:spPr>
          <a:xfrm>
            <a:off x="398959" y="1451719"/>
            <a:ext cx="2812745" cy="5981197"/>
          </a:xfrm>
          <a:custGeom>
            <a:avLst/>
            <a:gdLst>
              <a:gd name="connsiteX0" fmla="*/ 123922 w 1689845"/>
              <a:gd name="connsiteY0" fmla="*/ 3592926 h 3592925"/>
              <a:gd name="connsiteX1" fmla="*/ 1560290 w 1689845"/>
              <a:gd name="connsiteY1" fmla="*/ 3592926 h 3592925"/>
              <a:gd name="connsiteX2" fmla="*/ 1684212 w 1689845"/>
              <a:gd name="connsiteY2" fmla="*/ 3469996 h 3592925"/>
              <a:gd name="connsiteX3" fmla="*/ 1684212 w 1689845"/>
              <a:gd name="connsiteY3" fmla="*/ 2045118 h 3592925"/>
              <a:gd name="connsiteX4" fmla="*/ 1560290 w 1689845"/>
              <a:gd name="connsiteY4" fmla="*/ 1922188 h 3592925"/>
              <a:gd name="connsiteX5" fmla="*/ 495688 w 1689845"/>
              <a:gd name="connsiteY5" fmla="*/ 1922188 h 3592925"/>
              <a:gd name="connsiteX6" fmla="*/ 371766 w 1689845"/>
              <a:gd name="connsiteY6" fmla="*/ 1799257 h 3592925"/>
              <a:gd name="connsiteX7" fmla="*/ 1689845 w 1689845"/>
              <a:gd name="connsiteY7" fmla="*/ 368792 h 3592925"/>
              <a:gd name="connsiteX8" fmla="*/ 1689845 w 1689845"/>
              <a:gd name="connsiteY8" fmla="*/ 0 h 3592925"/>
              <a:gd name="connsiteX9" fmla="*/ 0 w 1689845"/>
              <a:gd name="connsiteY9" fmla="*/ 1793669 h 3592925"/>
              <a:gd name="connsiteX10" fmla="*/ 0 w 1689845"/>
              <a:gd name="connsiteY10" fmla="*/ 3469996 h 3592925"/>
              <a:gd name="connsiteX11" fmla="*/ 123922 w 1689845"/>
              <a:gd name="connsiteY11" fmla="*/ 3592926 h 35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89845" h="3592925">
                <a:moveTo>
                  <a:pt x="123922" y="3592926"/>
                </a:moveTo>
                <a:lnTo>
                  <a:pt x="1560290" y="3592926"/>
                </a:lnTo>
                <a:cubicBezTo>
                  <a:pt x="1627884" y="3592926"/>
                  <a:pt x="1684212" y="3537049"/>
                  <a:pt x="1684212" y="3469996"/>
                </a:cubicBezTo>
                <a:lnTo>
                  <a:pt x="1684212" y="2045118"/>
                </a:lnTo>
                <a:cubicBezTo>
                  <a:pt x="1684212" y="1978065"/>
                  <a:pt x="1627884" y="1922188"/>
                  <a:pt x="1560290" y="1922188"/>
                </a:cubicBezTo>
                <a:lnTo>
                  <a:pt x="495688" y="1922188"/>
                </a:lnTo>
                <a:cubicBezTo>
                  <a:pt x="428094" y="1922188"/>
                  <a:pt x="371766" y="1866310"/>
                  <a:pt x="371766" y="1799257"/>
                </a:cubicBezTo>
                <a:cubicBezTo>
                  <a:pt x="371766" y="1050498"/>
                  <a:pt x="951946" y="435845"/>
                  <a:pt x="1689845" y="368792"/>
                </a:cubicBezTo>
                <a:lnTo>
                  <a:pt x="1689845" y="0"/>
                </a:lnTo>
                <a:cubicBezTo>
                  <a:pt x="749165" y="61465"/>
                  <a:pt x="0" y="838163"/>
                  <a:pt x="0" y="1793669"/>
                </a:cubicBezTo>
                <a:lnTo>
                  <a:pt x="0" y="3469996"/>
                </a:lnTo>
                <a:cubicBezTo>
                  <a:pt x="0" y="3537049"/>
                  <a:pt x="56328" y="3592926"/>
                  <a:pt x="123922" y="359292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29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9C6A2FD6-3F72-F444-06F3-A3D0BBE16726}"/>
              </a:ext>
            </a:extLst>
          </p:cNvPr>
          <p:cNvSpPr/>
          <p:nvPr/>
        </p:nvSpPr>
        <p:spPr>
          <a:xfrm flipH="1" flipV="1">
            <a:off x="9506178" y="3438411"/>
            <a:ext cx="1989794" cy="4231223"/>
          </a:xfrm>
          <a:custGeom>
            <a:avLst/>
            <a:gdLst>
              <a:gd name="connsiteX0" fmla="*/ 0 w 1689845"/>
              <a:gd name="connsiteY0" fmla="*/ 1793669 h 3592925"/>
              <a:gd name="connsiteX1" fmla="*/ 0 w 1689845"/>
              <a:gd name="connsiteY1" fmla="*/ 3469996 h 3592925"/>
              <a:gd name="connsiteX2" fmla="*/ 123922 w 1689845"/>
              <a:gd name="connsiteY2" fmla="*/ 3592926 h 3592925"/>
              <a:gd name="connsiteX3" fmla="*/ 1560290 w 1689845"/>
              <a:gd name="connsiteY3" fmla="*/ 3592926 h 3592925"/>
              <a:gd name="connsiteX4" fmla="*/ 1684212 w 1689845"/>
              <a:gd name="connsiteY4" fmla="*/ 3469996 h 3592925"/>
              <a:gd name="connsiteX5" fmla="*/ 1684212 w 1689845"/>
              <a:gd name="connsiteY5" fmla="*/ 2045118 h 3592925"/>
              <a:gd name="connsiteX6" fmla="*/ 1560290 w 1689845"/>
              <a:gd name="connsiteY6" fmla="*/ 1922188 h 3592925"/>
              <a:gd name="connsiteX7" fmla="*/ 495688 w 1689845"/>
              <a:gd name="connsiteY7" fmla="*/ 1922188 h 3592925"/>
              <a:gd name="connsiteX8" fmla="*/ 371766 w 1689845"/>
              <a:gd name="connsiteY8" fmla="*/ 1799257 h 3592925"/>
              <a:gd name="connsiteX9" fmla="*/ 1689845 w 1689845"/>
              <a:gd name="connsiteY9" fmla="*/ 368792 h 3592925"/>
              <a:gd name="connsiteX10" fmla="*/ 1689845 w 1689845"/>
              <a:gd name="connsiteY10" fmla="*/ 0 h 3592925"/>
              <a:gd name="connsiteX11" fmla="*/ 0 w 1689845"/>
              <a:gd name="connsiteY11" fmla="*/ 1793669 h 35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89845" h="3592925">
                <a:moveTo>
                  <a:pt x="0" y="1793669"/>
                </a:moveTo>
                <a:lnTo>
                  <a:pt x="0" y="3469996"/>
                </a:lnTo>
                <a:cubicBezTo>
                  <a:pt x="0" y="3537049"/>
                  <a:pt x="56328" y="3592926"/>
                  <a:pt x="123922" y="3592926"/>
                </a:cubicBezTo>
                <a:lnTo>
                  <a:pt x="1560290" y="3592926"/>
                </a:lnTo>
                <a:cubicBezTo>
                  <a:pt x="1627884" y="3592926"/>
                  <a:pt x="1684212" y="3537049"/>
                  <a:pt x="1684212" y="3469996"/>
                </a:cubicBezTo>
                <a:lnTo>
                  <a:pt x="1684212" y="2045118"/>
                </a:lnTo>
                <a:cubicBezTo>
                  <a:pt x="1684212" y="1978065"/>
                  <a:pt x="1627884" y="1922188"/>
                  <a:pt x="1560290" y="1922188"/>
                </a:cubicBezTo>
                <a:lnTo>
                  <a:pt x="495688" y="1922188"/>
                </a:lnTo>
                <a:cubicBezTo>
                  <a:pt x="428094" y="1922188"/>
                  <a:pt x="371766" y="1866310"/>
                  <a:pt x="371766" y="1799257"/>
                </a:cubicBezTo>
                <a:cubicBezTo>
                  <a:pt x="371766" y="1050498"/>
                  <a:pt x="951946" y="435845"/>
                  <a:pt x="1689845" y="368792"/>
                </a:cubicBezTo>
                <a:lnTo>
                  <a:pt x="1689845" y="0"/>
                </a:lnTo>
                <a:cubicBezTo>
                  <a:pt x="743532" y="61465"/>
                  <a:pt x="0" y="838163"/>
                  <a:pt x="0" y="179366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29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9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439F2C66-E0AB-E49D-9F1D-6CBC8F89344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15851" y="2168525"/>
            <a:ext cx="4680135" cy="2520950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2400" b="0" i="0" spc="-75" dirty="0">
                <a:solidFill>
                  <a:schemeClr val="accent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Quote text comes here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E2EFCD1C-CA39-5003-D1AB-0F349E3DD9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573" y="5056412"/>
            <a:ext cx="719906" cy="36000"/>
          </a:xfr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vert="horz" wrap="square" lIns="0" tIns="360000" rIns="0" bIns="0" rtlCol="0">
            <a:noAutofit/>
          </a:bodyPr>
          <a:lstStyle>
            <a:lvl1pPr>
              <a:defRPr lang="en-US" sz="500" b="0" i="0" spc="-150" dirty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indent="0" defTabSz="228554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0115F2E3-5394-EEA1-292E-F06B1CD7C0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5851" y="5201444"/>
            <a:ext cx="4680135" cy="34191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Firstname Lastname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D3E25B38-1D5D-B314-D98D-51391B5F2E9B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FFE3E1-D4D6-BD6F-D9B9-FEB8D85863DE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848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Quot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7F499A4-BFB5-559E-32A5-D9ECB8EC83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536" y="1863969"/>
            <a:ext cx="5219320" cy="4278295"/>
          </a:xfrm>
          <a:noFill/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kern="1200" spc="0" dirty="0">
                <a:solidFill>
                  <a:schemeClr val="accent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</a:lstStyle>
          <a:p>
            <a:pPr marL="0" lvl="0" indent="0" algn="l" defTabSz="228554" rtl="0" eaLnBrk="1" latinLnBrk="0" hangingPunct="1">
              <a:lnSpc>
                <a:spcPct val="90000"/>
              </a:lnSpc>
              <a:spcBef>
                <a:spcPts val="0"/>
              </a:spcBef>
              <a:buFont typeface="System Font Regular"/>
              <a:buNone/>
            </a:pPr>
            <a:r>
              <a:rPr lang="en-US" dirty="0"/>
              <a:t>Quote text comes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E2EFCD1C-CA39-5003-D1AB-0F349E3DD9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9874" y="5596706"/>
            <a:ext cx="719906" cy="36000"/>
          </a:xfr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500" b="0" i="0" spc="-150" dirty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0115F2E3-5394-EEA1-292E-F06B1CD7C0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8152" y="5741738"/>
            <a:ext cx="4680135" cy="34191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Firstname Lastname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16DD58C-5591-20F9-1EB4-2BE22F22078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78152" y="2121633"/>
            <a:ext cx="480072" cy="450000"/>
            <a:chOff x="1780401" y="4002100"/>
            <a:chExt cx="1563870" cy="1465716"/>
          </a:xfrm>
          <a:solidFill>
            <a:schemeClr val="accent1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87872E0-6EEB-366E-654E-7DA6FADAFD35}"/>
                </a:ext>
              </a:extLst>
            </p:cNvPr>
            <p:cNvSpPr/>
            <p:nvPr/>
          </p:nvSpPr>
          <p:spPr>
            <a:xfrm>
              <a:off x="1780401" y="4002100"/>
              <a:ext cx="689364" cy="1465716"/>
            </a:xfrm>
            <a:custGeom>
              <a:avLst/>
              <a:gdLst>
                <a:gd name="connsiteX0" fmla="*/ 123922 w 1689845"/>
                <a:gd name="connsiteY0" fmla="*/ 3592926 h 3592925"/>
                <a:gd name="connsiteX1" fmla="*/ 1560290 w 1689845"/>
                <a:gd name="connsiteY1" fmla="*/ 3592926 h 3592925"/>
                <a:gd name="connsiteX2" fmla="*/ 1684212 w 1689845"/>
                <a:gd name="connsiteY2" fmla="*/ 3469996 h 3592925"/>
                <a:gd name="connsiteX3" fmla="*/ 1684212 w 1689845"/>
                <a:gd name="connsiteY3" fmla="*/ 2045118 h 3592925"/>
                <a:gd name="connsiteX4" fmla="*/ 1560290 w 1689845"/>
                <a:gd name="connsiteY4" fmla="*/ 1922188 h 3592925"/>
                <a:gd name="connsiteX5" fmla="*/ 495688 w 1689845"/>
                <a:gd name="connsiteY5" fmla="*/ 1922188 h 3592925"/>
                <a:gd name="connsiteX6" fmla="*/ 371766 w 1689845"/>
                <a:gd name="connsiteY6" fmla="*/ 1799257 h 3592925"/>
                <a:gd name="connsiteX7" fmla="*/ 1689845 w 1689845"/>
                <a:gd name="connsiteY7" fmla="*/ 368792 h 3592925"/>
                <a:gd name="connsiteX8" fmla="*/ 1689845 w 1689845"/>
                <a:gd name="connsiteY8" fmla="*/ 0 h 3592925"/>
                <a:gd name="connsiteX9" fmla="*/ 0 w 1689845"/>
                <a:gd name="connsiteY9" fmla="*/ 1793669 h 3592925"/>
                <a:gd name="connsiteX10" fmla="*/ 0 w 1689845"/>
                <a:gd name="connsiteY10" fmla="*/ 3469996 h 3592925"/>
                <a:gd name="connsiteX11" fmla="*/ 123922 w 1689845"/>
                <a:gd name="connsiteY11" fmla="*/ 3592926 h 359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9845" h="3592925">
                  <a:moveTo>
                    <a:pt x="123922" y="3592926"/>
                  </a:moveTo>
                  <a:lnTo>
                    <a:pt x="1560290" y="3592926"/>
                  </a:lnTo>
                  <a:cubicBezTo>
                    <a:pt x="1627884" y="3592926"/>
                    <a:pt x="1684212" y="3537049"/>
                    <a:pt x="1684212" y="3469996"/>
                  </a:cubicBezTo>
                  <a:lnTo>
                    <a:pt x="1684212" y="2045118"/>
                  </a:lnTo>
                  <a:cubicBezTo>
                    <a:pt x="1684212" y="1978065"/>
                    <a:pt x="1627884" y="1922188"/>
                    <a:pt x="1560290" y="1922188"/>
                  </a:cubicBezTo>
                  <a:lnTo>
                    <a:pt x="495688" y="1922188"/>
                  </a:lnTo>
                  <a:cubicBezTo>
                    <a:pt x="428094" y="1922188"/>
                    <a:pt x="371766" y="1866310"/>
                    <a:pt x="371766" y="1799257"/>
                  </a:cubicBezTo>
                  <a:cubicBezTo>
                    <a:pt x="371766" y="1050498"/>
                    <a:pt x="951946" y="435845"/>
                    <a:pt x="1689845" y="368792"/>
                  </a:cubicBezTo>
                  <a:lnTo>
                    <a:pt x="1689845" y="0"/>
                  </a:lnTo>
                  <a:cubicBezTo>
                    <a:pt x="749165" y="61465"/>
                    <a:pt x="0" y="838163"/>
                    <a:pt x="0" y="1793669"/>
                  </a:cubicBezTo>
                  <a:lnTo>
                    <a:pt x="0" y="3469996"/>
                  </a:lnTo>
                  <a:cubicBezTo>
                    <a:pt x="0" y="3537049"/>
                    <a:pt x="56328" y="3592926"/>
                    <a:pt x="123922" y="3592926"/>
                  </a:cubicBezTo>
                  <a:close/>
                </a:path>
              </a:pathLst>
            </a:custGeom>
            <a:grpFill/>
            <a:ln w="562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7F6FFEFC-650C-46D6-B4D7-030D61650031}"/>
                </a:ext>
              </a:extLst>
            </p:cNvPr>
            <p:cNvSpPr/>
            <p:nvPr userDrawn="1"/>
          </p:nvSpPr>
          <p:spPr>
            <a:xfrm>
              <a:off x="2654907" y="4002100"/>
              <a:ext cx="689364" cy="1465716"/>
            </a:xfrm>
            <a:custGeom>
              <a:avLst/>
              <a:gdLst>
                <a:gd name="connsiteX0" fmla="*/ 123922 w 1689845"/>
                <a:gd name="connsiteY0" fmla="*/ 3592926 h 3592925"/>
                <a:gd name="connsiteX1" fmla="*/ 1560290 w 1689845"/>
                <a:gd name="connsiteY1" fmla="*/ 3592926 h 3592925"/>
                <a:gd name="connsiteX2" fmla="*/ 1684212 w 1689845"/>
                <a:gd name="connsiteY2" fmla="*/ 3469996 h 3592925"/>
                <a:gd name="connsiteX3" fmla="*/ 1684212 w 1689845"/>
                <a:gd name="connsiteY3" fmla="*/ 2045118 h 3592925"/>
                <a:gd name="connsiteX4" fmla="*/ 1560290 w 1689845"/>
                <a:gd name="connsiteY4" fmla="*/ 1922188 h 3592925"/>
                <a:gd name="connsiteX5" fmla="*/ 495688 w 1689845"/>
                <a:gd name="connsiteY5" fmla="*/ 1922188 h 3592925"/>
                <a:gd name="connsiteX6" fmla="*/ 371766 w 1689845"/>
                <a:gd name="connsiteY6" fmla="*/ 1799257 h 3592925"/>
                <a:gd name="connsiteX7" fmla="*/ 1689845 w 1689845"/>
                <a:gd name="connsiteY7" fmla="*/ 368792 h 3592925"/>
                <a:gd name="connsiteX8" fmla="*/ 1689845 w 1689845"/>
                <a:gd name="connsiteY8" fmla="*/ 0 h 3592925"/>
                <a:gd name="connsiteX9" fmla="*/ 0 w 1689845"/>
                <a:gd name="connsiteY9" fmla="*/ 1793669 h 3592925"/>
                <a:gd name="connsiteX10" fmla="*/ 0 w 1689845"/>
                <a:gd name="connsiteY10" fmla="*/ 3469996 h 3592925"/>
                <a:gd name="connsiteX11" fmla="*/ 123922 w 1689845"/>
                <a:gd name="connsiteY11" fmla="*/ 3592926 h 359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9845" h="3592925">
                  <a:moveTo>
                    <a:pt x="123922" y="3592926"/>
                  </a:moveTo>
                  <a:lnTo>
                    <a:pt x="1560290" y="3592926"/>
                  </a:lnTo>
                  <a:cubicBezTo>
                    <a:pt x="1627884" y="3592926"/>
                    <a:pt x="1684212" y="3537049"/>
                    <a:pt x="1684212" y="3469996"/>
                  </a:cubicBezTo>
                  <a:lnTo>
                    <a:pt x="1684212" y="2045118"/>
                  </a:lnTo>
                  <a:cubicBezTo>
                    <a:pt x="1684212" y="1978065"/>
                    <a:pt x="1627884" y="1922188"/>
                    <a:pt x="1560290" y="1922188"/>
                  </a:cubicBezTo>
                  <a:lnTo>
                    <a:pt x="495688" y="1922188"/>
                  </a:lnTo>
                  <a:cubicBezTo>
                    <a:pt x="428094" y="1922188"/>
                    <a:pt x="371766" y="1866310"/>
                    <a:pt x="371766" y="1799257"/>
                  </a:cubicBezTo>
                  <a:cubicBezTo>
                    <a:pt x="371766" y="1050498"/>
                    <a:pt x="951946" y="435845"/>
                    <a:pt x="1689845" y="368792"/>
                  </a:cubicBezTo>
                  <a:lnTo>
                    <a:pt x="1689845" y="0"/>
                  </a:lnTo>
                  <a:cubicBezTo>
                    <a:pt x="749165" y="61465"/>
                    <a:pt x="0" y="838163"/>
                    <a:pt x="0" y="1793669"/>
                  </a:cubicBezTo>
                  <a:lnTo>
                    <a:pt x="0" y="3469996"/>
                  </a:lnTo>
                  <a:cubicBezTo>
                    <a:pt x="0" y="3537049"/>
                    <a:pt x="56328" y="3592926"/>
                    <a:pt x="123922" y="3592926"/>
                  </a:cubicBezTo>
                  <a:close/>
                </a:path>
              </a:pathLst>
            </a:custGeom>
            <a:grpFill/>
            <a:ln w="562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2E74A289-F697-ED0E-E86A-C4F6F829CC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6652" y="1863969"/>
            <a:ext cx="5219320" cy="4278295"/>
          </a:xfrm>
          <a:noFill/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kern="1200" spc="0" dirty="0">
                <a:solidFill>
                  <a:schemeClr val="accent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</a:lstStyle>
          <a:p>
            <a:pPr marL="0" lvl="0" indent="0" algn="l" defTabSz="228554" rtl="0" eaLnBrk="1" latinLnBrk="0" hangingPunct="1">
              <a:lnSpc>
                <a:spcPct val="90000"/>
              </a:lnSpc>
              <a:spcBef>
                <a:spcPts val="0"/>
              </a:spcBef>
              <a:buFont typeface="System Font Regular"/>
              <a:buNone/>
            </a:pPr>
            <a:r>
              <a:rPr lang="en-US" dirty="0"/>
              <a:t>Quote text comes here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F6C2B8AD-1D6D-133C-EC0B-52D6BF17C86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70990" y="5596706"/>
            <a:ext cx="719906" cy="36000"/>
          </a:xfr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500" b="0" i="0" spc="-150" dirty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A19E79F6-F8AC-A3F5-8D1A-2874C4CDD3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59268" y="5741738"/>
            <a:ext cx="4680135" cy="34191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Firstname Lastname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CE3934B-E800-239D-E52D-A4A7CDDF742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559268" y="2121633"/>
            <a:ext cx="480072" cy="450000"/>
            <a:chOff x="1780401" y="4002100"/>
            <a:chExt cx="1563870" cy="1465716"/>
          </a:xfrm>
          <a:solidFill>
            <a:schemeClr val="accent1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AF1C2CB-7049-C0FB-7360-7CE7B7DA0E18}"/>
                </a:ext>
              </a:extLst>
            </p:cNvPr>
            <p:cNvSpPr/>
            <p:nvPr/>
          </p:nvSpPr>
          <p:spPr>
            <a:xfrm>
              <a:off x="1780401" y="4002100"/>
              <a:ext cx="689364" cy="1465716"/>
            </a:xfrm>
            <a:custGeom>
              <a:avLst/>
              <a:gdLst>
                <a:gd name="connsiteX0" fmla="*/ 123922 w 1689845"/>
                <a:gd name="connsiteY0" fmla="*/ 3592926 h 3592925"/>
                <a:gd name="connsiteX1" fmla="*/ 1560290 w 1689845"/>
                <a:gd name="connsiteY1" fmla="*/ 3592926 h 3592925"/>
                <a:gd name="connsiteX2" fmla="*/ 1684212 w 1689845"/>
                <a:gd name="connsiteY2" fmla="*/ 3469996 h 3592925"/>
                <a:gd name="connsiteX3" fmla="*/ 1684212 w 1689845"/>
                <a:gd name="connsiteY3" fmla="*/ 2045118 h 3592925"/>
                <a:gd name="connsiteX4" fmla="*/ 1560290 w 1689845"/>
                <a:gd name="connsiteY4" fmla="*/ 1922188 h 3592925"/>
                <a:gd name="connsiteX5" fmla="*/ 495688 w 1689845"/>
                <a:gd name="connsiteY5" fmla="*/ 1922188 h 3592925"/>
                <a:gd name="connsiteX6" fmla="*/ 371766 w 1689845"/>
                <a:gd name="connsiteY6" fmla="*/ 1799257 h 3592925"/>
                <a:gd name="connsiteX7" fmla="*/ 1689845 w 1689845"/>
                <a:gd name="connsiteY7" fmla="*/ 368792 h 3592925"/>
                <a:gd name="connsiteX8" fmla="*/ 1689845 w 1689845"/>
                <a:gd name="connsiteY8" fmla="*/ 0 h 3592925"/>
                <a:gd name="connsiteX9" fmla="*/ 0 w 1689845"/>
                <a:gd name="connsiteY9" fmla="*/ 1793669 h 3592925"/>
                <a:gd name="connsiteX10" fmla="*/ 0 w 1689845"/>
                <a:gd name="connsiteY10" fmla="*/ 3469996 h 3592925"/>
                <a:gd name="connsiteX11" fmla="*/ 123922 w 1689845"/>
                <a:gd name="connsiteY11" fmla="*/ 3592926 h 359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9845" h="3592925">
                  <a:moveTo>
                    <a:pt x="123922" y="3592926"/>
                  </a:moveTo>
                  <a:lnTo>
                    <a:pt x="1560290" y="3592926"/>
                  </a:lnTo>
                  <a:cubicBezTo>
                    <a:pt x="1627884" y="3592926"/>
                    <a:pt x="1684212" y="3537049"/>
                    <a:pt x="1684212" y="3469996"/>
                  </a:cubicBezTo>
                  <a:lnTo>
                    <a:pt x="1684212" y="2045118"/>
                  </a:lnTo>
                  <a:cubicBezTo>
                    <a:pt x="1684212" y="1978065"/>
                    <a:pt x="1627884" y="1922188"/>
                    <a:pt x="1560290" y="1922188"/>
                  </a:cubicBezTo>
                  <a:lnTo>
                    <a:pt x="495688" y="1922188"/>
                  </a:lnTo>
                  <a:cubicBezTo>
                    <a:pt x="428094" y="1922188"/>
                    <a:pt x="371766" y="1866310"/>
                    <a:pt x="371766" y="1799257"/>
                  </a:cubicBezTo>
                  <a:cubicBezTo>
                    <a:pt x="371766" y="1050498"/>
                    <a:pt x="951946" y="435845"/>
                    <a:pt x="1689845" y="368792"/>
                  </a:cubicBezTo>
                  <a:lnTo>
                    <a:pt x="1689845" y="0"/>
                  </a:lnTo>
                  <a:cubicBezTo>
                    <a:pt x="749165" y="61465"/>
                    <a:pt x="0" y="838163"/>
                    <a:pt x="0" y="1793669"/>
                  </a:cubicBezTo>
                  <a:lnTo>
                    <a:pt x="0" y="3469996"/>
                  </a:lnTo>
                  <a:cubicBezTo>
                    <a:pt x="0" y="3537049"/>
                    <a:pt x="56328" y="3592926"/>
                    <a:pt x="123922" y="3592926"/>
                  </a:cubicBezTo>
                  <a:close/>
                </a:path>
              </a:pathLst>
            </a:custGeom>
            <a:grpFill/>
            <a:ln w="562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05D235A-914C-D4B5-5322-7AFEF188D88F}"/>
                </a:ext>
              </a:extLst>
            </p:cNvPr>
            <p:cNvSpPr/>
            <p:nvPr userDrawn="1"/>
          </p:nvSpPr>
          <p:spPr>
            <a:xfrm>
              <a:off x="2654907" y="4002100"/>
              <a:ext cx="689364" cy="1465716"/>
            </a:xfrm>
            <a:custGeom>
              <a:avLst/>
              <a:gdLst>
                <a:gd name="connsiteX0" fmla="*/ 123922 w 1689845"/>
                <a:gd name="connsiteY0" fmla="*/ 3592926 h 3592925"/>
                <a:gd name="connsiteX1" fmla="*/ 1560290 w 1689845"/>
                <a:gd name="connsiteY1" fmla="*/ 3592926 h 3592925"/>
                <a:gd name="connsiteX2" fmla="*/ 1684212 w 1689845"/>
                <a:gd name="connsiteY2" fmla="*/ 3469996 h 3592925"/>
                <a:gd name="connsiteX3" fmla="*/ 1684212 w 1689845"/>
                <a:gd name="connsiteY3" fmla="*/ 2045118 h 3592925"/>
                <a:gd name="connsiteX4" fmla="*/ 1560290 w 1689845"/>
                <a:gd name="connsiteY4" fmla="*/ 1922188 h 3592925"/>
                <a:gd name="connsiteX5" fmla="*/ 495688 w 1689845"/>
                <a:gd name="connsiteY5" fmla="*/ 1922188 h 3592925"/>
                <a:gd name="connsiteX6" fmla="*/ 371766 w 1689845"/>
                <a:gd name="connsiteY6" fmla="*/ 1799257 h 3592925"/>
                <a:gd name="connsiteX7" fmla="*/ 1689845 w 1689845"/>
                <a:gd name="connsiteY7" fmla="*/ 368792 h 3592925"/>
                <a:gd name="connsiteX8" fmla="*/ 1689845 w 1689845"/>
                <a:gd name="connsiteY8" fmla="*/ 0 h 3592925"/>
                <a:gd name="connsiteX9" fmla="*/ 0 w 1689845"/>
                <a:gd name="connsiteY9" fmla="*/ 1793669 h 3592925"/>
                <a:gd name="connsiteX10" fmla="*/ 0 w 1689845"/>
                <a:gd name="connsiteY10" fmla="*/ 3469996 h 3592925"/>
                <a:gd name="connsiteX11" fmla="*/ 123922 w 1689845"/>
                <a:gd name="connsiteY11" fmla="*/ 3592926 h 359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9845" h="3592925">
                  <a:moveTo>
                    <a:pt x="123922" y="3592926"/>
                  </a:moveTo>
                  <a:lnTo>
                    <a:pt x="1560290" y="3592926"/>
                  </a:lnTo>
                  <a:cubicBezTo>
                    <a:pt x="1627884" y="3592926"/>
                    <a:pt x="1684212" y="3537049"/>
                    <a:pt x="1684212" y="3469996"/>
                  </a:cubicBezTo>
                  <a:lnTo>
                    <a:pt x="1684212" y="2045118"/>
                  </a:lnTo>
                  <a:cubicBezTo>
                    <a:pt x="1684212" y="1978065"/>
                    <a:pt x="1627884" y="1922188"/>
                    <a:pt x="1560290" y="1922188"/>
                  </a:cubicBezTo>
                  <a:lnTo>
                    <a:pt x="495688" y="1922188"/>
                  </a:lnTo>
                  <a:cubicBezTo>
                    <a:pt x="428094" y="1922188"/>
                    <a:pt x="371766" y="1866310"/>
                    <a:pt x="371766" y="1799257"/>
                  </a:cubicBezTo>
                  <a:cubicBezTo>
                    <a:pt x="371766" y="1050498"/>
                    <a:pt x="951946" y="435845"/>
                    <a:pt x="1689845" y="368792"/>
                  </a:cubicBezTo>
                  <a:lnTo>
                    <a:pt x="1689845" y="0"/>
                  </a:lnTo>
                  <a:cubicBezTo>
                    <a:pt x="749165" y="61465"/>
                    <a:pt x="0" y="838163"/>
                    <a:pt x="0" y="1793669"/>
                  </a:cubicBezTo>
                  <a:lnTo>
                    <a:pt x="0" y="3469996"/>
                  </a:lnTo>
                  <a:cubicBezTo>
                    <a:pt x="0" y="3537049"/>
                    <a:pt x="56328" y="3592926"/>
                    <a:pt x="123922" y="3592926"/>
                  </a:cubicBezTo>
                  <a:close/>
                </a:path>
              </a:pathLst>
            </a:custGeom>
            <a:grpFill/>
            <a:ln w="562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0774441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Quot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7F499A4-BFB5-559E-32A5-D9ECB8EC83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536" y="1863969"/>
            <a:ext cx="3419555" cy="4278295"/>
          </a:xfrm>
          <a:noFill/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kern="1200" spc="0" dirty="0">
                <a:solidFill>
                  <a:schemeClr val="accent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</a:lstStyle>
          <a:p>
            <a:pPr marL="0" lvl="0" indent="0" algn="l" defTabSz="228554" rtl="0" eaLnBrk="1" latinLnBrk="0" hangingPunct="1">
              <a:lnSpc>
                <a:spcPct val="90000"/>
              </a:lnSpc>
              <a:spcBef>
                <a:spcPts val="0"/>
              </a:spcBef>
              <a:buFont typeface="System Font Regular"/>
              <a:buNone/>
            </a:pPr>
            <a:r>
              <a:rPr lang="en-US" dirty="0"/>
              <a:t>Quote text comes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E2EFCD1C-CA39-5003-D1AB-0F349E3DD9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9874" y="5596706"/>
            <a:ext cx="719906" cy="36000"/>
          </a:xfr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500" b="0" i="0" spc="-150" dirty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0115F2E3-5394-EEA1-292E-F06B1CD7C0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8152" y="5741738"/>
            <a:ext cx="2879625" cy="34191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Firstname Lastname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16DD58C-5591-20F9-1EB4-2BE22F22078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78152" y="2121633"/>
            <a:ext cx="480072" cy="450000"/>
            <a:chOff x="1780401" y="4002100"/>
            <a:chExt cx="1563870" cy="1465716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87872E0-6EEB-366E-654E-7DA6FADAFD35}"/>
                </a:ext>
              </a:extLst>
            </p:cNvPr>
            <p:cNvSpPr/>
            <p:nvPr/>
          </p:nvSpPr>
          <p:spPr>
            <a:xfrm>
              <a:off x="1780401" y="4002100"/>
              <a:ext cx="689364" cy="1465716"/>
            </a:xfrm>
            <a:custGeom>
              <a:avLst/>
              <a:gdLst>
                <a:gd name="connsiteX0" fmla="*/ 123922 w 1689845"/>
                <a:gd name="connsiteY0" fmla="*/ 3592926 h 3592925"/>
                <a:gd name="connsiteX1" fmla="*/ 1560290 w 1689845"/>
                <a:gd name="connsiteY1" fmla="*/ 3592926 h 3592925"/>
                <a:gd name="connsiteX2" fmla="*/ 1684212 w 1689845"/>
                <a:gd name="connsiteY2" fmla="*/ 3469996 h 3592925"/>
                <a:gd name="connsiteX3" fmla="*/ 1684212 w 1689845"/>
                <a:gd name="connsiteY3" fmla="*/ 2045118 h 3592925"/>
                <a:gd name="connsiteX4" fmla="*/ 1560290 w 1689845"/>
                <a:gd name="connsiteY4" fmla="*/ 1922188 h 3592925"/>
                <a:gd name="connsiteX5" fmla="*/ 495688 w 1689845"/>
                <a:gd name="connsiteY5" fmla="*/ 1922188 h 3592925"/>
                <a:gd name="connsiteX6" fmla="*/ 371766 w 1689845"/>
                <a:gd name="connsiteY6" fmla="*/ 1799257 h 3592925"/>
                <a:gd name="connsiteX7" fmla="*/ 1689845 w 1689845"/>
                <a:gd name="connsiteY7" fmla="*/ 368792 h 3592925"/>
                <a:gd name="connsiteX8" fmla="*/ 1689845 w 1689845"/>
                <a:gd name="connsiteY8" fmla="*/ 0 h 3592925"/>
                <a:gd name="connsiteX9" fmla="*/ 0 w 1689845"/>
                <a:gd name="connsiteY9" fmla="*/ 1793669 h 3592925"/>
                <a:gd name="connsiteX10" fmla="*/ 0 w 1689845"/>
                <a:gd name="connsiteY10" fmla="*/ 3469996 h 3592925"/>
                <a:gd name="connsiteX11" fmla="*/ 123922 w 1689845"/>
                <a:gd name="connsiteY11" fmla="*/ 3592926 h 359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9845" h="3592925">
                  <a:moveTo>
                    <a:pt x="123922" y="3592926"/>
                  </a:moveTo>
                  <a:lnTo>
                    <a:pt x="1560290" y="3592926"/>
                  </a:lnTo>
                  <a:cubicBezTo>
                    <a:pt x="1627884" y="3592926"/>
                    <a:pt x="1684212" y="3537049"/>
                    <a:pt x="1684212" y="3469996"/>
                  </a:cubicBezTo>
                  <a:lnTo>
                    <a:pt x="1684212" y="2045118"/>
                  </a:lnTo>
                  <a:cubicBezTo>
                    <a:pt x="1684212" y="1978065"/>
                    <a:pt x="1627884" y="1922188"/>
                    <a:pt x="1560290" y="1922188"/>
                  </a:cubicBezTo>
                  <a:lnTo>
                    <a:pt x="495688" y="1922188"/>
                  </a:lnTo>
                  <a:cubicBezTo>
                    <a:pt x="428094" y="1922188"/>
                    <a:pt x="371766" y="1866310"/>
                    <a:pt x="371766" y="1799257"/>
                  </a:cubicBezTo>
                  <a:cubicBezTo>
                    <a:pt x="371766" y="1050498"/>
                    <a:pt x="951946" y="435845"/>
                    <a:pt x="1689845" y="368792"/>
                  </a:cubicBezTo>
                  <a:lnTo>
                    <a:pt x="1689845" y="0"/>
                  </a:lnTo>
                  <a:cubicBezTo>
                    <a:pt x="749165" y="61465"/>
                    <a:pt x="0" y="838163"/>
                    <a:pt x="0" y="1793669"/>
                  </a:cubicBezTo>
                  <a:lnTo>
                    <a:pt x="0" y="3469996"/>
                  </a:lnTo>
                  <a:cubicBezTo>
                    <a:pt x="0" y="3537049"/>
                    <a:pt x="56328" y="3592926"/>
                    <a:pt x="123922" y="3592926"/>
                  </a:cubicBezTo>
                  <a:close/>
                </a:path>
              </a:pathLst>
            </a:custGeom>
            <a:solidFill>
              <a:schemeClr val="accent1"/>
            </a:solidFill>
            <a:ln w="562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7F6FFEFC-650C-46D6-B4D7-030D61650031}"/>
                </a:ext>
              </a:extLst>
            </p:cNvPr>
            <p:cNvSpPr/>
            <p:nvPr userDrawn="1"/>
          </p:nvSpPr>
          <p:spPr>
            <a:xfrm>
              <a:off x="2654907" y="4002100"/>
              <a:ext cx="689364" cy="1465716"/>
            </a:xfrm>
            <a:custGeom>
              <a:avLst/>
              <a:gdLst>
                <a:gd name="connsiteX0" fmla="*/ 123922 w 1689845"/>
                <a:gd name="connsiteY0" fmla="*/ 3592926 h 3592925"/>
                <a:gd name="connsiteX1" fmla="*/ 1560290 w 1689845"/>
                <a:gd name="connsiteY1" fmla="*/ 3592926 h 3592925"/>
                <a:gd name="connsiteX2" fmla="*/ 1684212 w 1689845"/>
                <a:gd name="connsiteY2" fmla="*/ 3469996 h 3592925"/>
                <a:gd name="connsiteX3" fmla="*/ 1684212 w 1689845"/>
                <a:gd name="connsiteY3" fmla="*/ 2045118 h 3592925"/>
                <a:gd name="connsiteX4" fmla="*/ 1560290 w 1689845"/>
                <a:gd name="connsiteY4" fmla="*/ 1922188 h 3592925"/>
                <a:gd name="connsiteX5" fmla="*/ 495688 w 1689845"/>
                <a:gd name="connsiteY5" fmla="*/ 1922188 h 3592925"/>
                <a:gd name="connsiteX6" fmla="*/ 371766 w 1689845"/>
                <a:gd name="connsiteY6" fmla="*/ 1799257 h 3592925"/>
                <a:gd name="connsiteX7" fmla="*/ 1689845 w 1689845"/>
                <a:gd name="connsiteY7" fmla="*/ 368792 h 3592925"/>
                <a:gd name="connsiteX8" fmla="*/ 1689845 w 1689845"/>
                <a:gd name="connsiteY8" fmla="*/ 0 h 3592925"/>
                <a:gd name="connsiteX9" fmla="*/ 0 w 1689845"/>
                <a:gd name="connsiteY9" fmla="*/ 1793669 h 3592925"/>
                <a:gd name="connsiteX10" fmla="*/ 0 w 1689845"/>
                <a:gd name="connsiteY10" fmla="*/ 3469996 h 3592925"/>
                <a:gd name="connsiteX11" fmla="*/ 123922 w 1689845"/>
                <a:gd name="connsiteY11" fmla="*/ 3592926 h 359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9845" h="3592925">
                  <a:moveTo>
                    <a:pt x="123922" y="3592926"/>
                  </a:moveTo>
                  <a:lnTo>
                    <a:pt x="1560290" y="3592926"/>
                  </a:lnTo>
                  <a:cubicBezTo>
                    <a:pt x="1627884" y="3592926"/>
                    <a:pt x="1684212" y="3537049"/>
                    <a:pt x="1684212" y="3469996"/>
                  </a:cubicBezTo>
                  <a:lnTo>
                    <a:pt x="1684212" y="2045118"/>
                  </a:lnTo>
                  <a:cubicBezTo>
                    <a:pt x="1684212" y="1978065"/>
                    <a:pt x="1627884" y="1922188"/>
                    <a:pt x="1560290" y="1922188"/>
                  </a:cubicBezTo>
                  <a:lnTo>
                    <a:pt x="495688" y="1922188"/>
                  </a:lnTo>
                  <a:cubicBezTo>
                    <a:pt x="428094" y="1922188"/>
                    <a:pt x="371766" y="1866310"/>
                    <a:pt x="371766" y="1799257"/>
                  </a:cubicBezTo>
                  <a:cubicBezTo>
                    <a:pt x="371766" y="1050498"/>
                    <a:pt x="951946" y="435845"/>
                    <a:pt x="1689845" y="368792"/>
                  </a:cubicBezTo>
                  <a:lnTo>
                    <a:pt x="1689845" y="0"/>
                  </a:lnTo>
                  <a:cubicBezTo>
                    <a:pt x="749165" y="61465"/>
                    <a:pt x="0" y="838163"/>
                    <a:pt x="0" y="1793669"/>
                  </a:cubicBezTo>
                  <a:lnTo>
                    <a:pt x="0" y="3469996"/>
                  </a:lnTo>
                  <a:cubicBezTo>
                    <a:pt x="0" y="3537049"/>
                    <a:pt x="56328" y="3592926"/>
                    <a:pt x="123922" y="3592926"/>
                  </a:cubicBezTo>
                  <a:close/>
                </a:path>
              </a:pathLst>
            </a:custGeom>
            <a:solidFill>
              <a:schemeClr val="accent1"/>
            </a:solidFill>
            <a:ln w="562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</p:grp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EF2485B-CF5B-76F6-EE1B-8C59FABF7E0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85976" y="1863969"/>
            <a:ext cx="3419555" cy="4278295"/>
          </a:xfrm>
          <a:noFill/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kern="1200" spc="0" dirty="0">
                <a:solidFill>
                  <a:schemeClr val="accent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</a:lstStyle>
          <a:p>
            <a:pPr marL="0" lvl="0" indent="0" algn="l" defTabSz="228554" rtl="0" eaLnBrk="1" latinLnBrk="0" hangingPunct="1">
              <a:lnSpc>
                <a:spcPct val="90000"/>
              </a:lnSpc>
              <a:spcBef>
                <a:spcPts val="0"/>
              </a:spcBef>
              <a:buFont typeface="System Font Regular"/>
              <a:buNone/>
            </a:pPr>
            <a:r>
              <a:rPr lang="en-US" dirty="0"/>
              <a:t>Quote text comes here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0344F8C2-007C-C9BF-1C00-0CF60DEA69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680314" y="5596706"/>
            <a:ext cx="719906" cy="36000"/>
          </a:xfr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500" b="0" i="0" spc="-150" dirty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0675BB0-D281-C2D1-5702-ACA65A126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68593" y="5741738"/>
            <a:ext cx="2879625" cy="34191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Firstname Lastname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862389-FC65-1836-E723-9B204792106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68593" y="2121633"/>
            <a:ext cx="480072" cy="450000"/>
            <a:chOff x="1780401" y="4002100"/>
            <a:chExt cx="1563870" cy="1465716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E282FD-0887-EBC8-1369-49891DAD5C2D}"/>
                </a:ext>
              </a:extLst>
            </p:cNvPr>
            <p:cNvSpPr/>
            <p:nvPr/>
          </p:nvSpPr>
          <p:spPr>
            <a:xfrm>
              <a:off x="1780401" y="4002100"/>
              <a:ext cx="689364" cy="1465716"/>
            </a:xfrm>
            <a:custGeom>
              <a:avLst/>
              <a:gdLst>
                <a:gd name="connsiteX0" fmla="*/ 123922 w 1689845"/>
                <a:gd name="connsiteY0" fmla="*/ 3592926 h 3592925"/>
                <a:gd name="connsiteX1" fmla="*/ 1560290 w 1689845"/>
                <a:gd name="connsiteY1" fmla="*/ 3592926 h 3592925"/>
                <a:gd name="connsiteX2" fmla="*/ 1684212 w 1689845"/>
                <a:gd name="connsiteY2" fmla="*/ 3469996 h 3592925"/>
                <a:gd name="connsiteX3" fmla="*/ 1684212 w 1689845"/>
                <a:gd name="connsiteY3" fmla="*/ 2045118 h 3592925"/>
                <a:gd name="connsiteX4" fmla="*/ 1560290 w 1689845"/>
                <a:gd name="connsiteY4" fmla="*/ 1922188 h 3592925"/>
                <a:gd name="connsiteX5" fmla="*/ 495688 w 1689845"/>
                <a:gd name="connsiteY5" fmla="*/ 1922188 h 3592925"/>
                <a:gd name="connsiteX6" fmla="*/ 371766 w 1689845"/>
                <a:gd name="connsiteY6" fmla="*/ 1799257 h 3592925"/>
                <a:gd name="connsiteX7" fmla="*/ 1689845 w 1689845"/>
                <a:gd name="connsiteY7" fmla="*/ 368792 h 3592925"/>
                <a:gd name="connsiteX8" fmla="*/ 1689845 w 1689845"/>
                <a:gd name="connsiteY8" fmla="*/ 0 h 3592925"/>
                <a:gd name="connsiteX9" fmla="*/ 0 w 1689845"/>
                <a:gd name="connsiteY9" fmla="*/ 1793669 h 3592925"/>
                <a:gd name="connsiteX10" fmla="*/ 0 w 1689845"/>
                <a:gd name="connsiteY10" fmla="*/ 3469996 h 3592925"/>
                <a:gd name="connsiteX11" fmla="*/ 123922 w 1689845"/>
                <a:gd name="connsiteY11" fmla="*/ 3592926 h 359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9845" h="3592925">
                  <a:moveTo>
                    <a:pt x="123922" y="3592926"/>
                  </a:moveTo>
                  <a:lnTo>
                    <a:pt x="1560290" y="3592926"/>
                  </a:lnTo>
                  <a:cubicBezTo>
                    <a:pt x="1627884" y="3592926"/>
                    <a:pt x="1684212" y="3537049"/>
                    <a:pt x="1684212" y="3469996"/>
                  </a:cubicBezTo>
                  <a:lnTo>
                    <a:pt x="1684212" y="2045118"/>
                  </a:lnTo>
                  <a:cubicBezTo>
                    <a:pt x="1684212" y="1978065"/>
                    <a:pt x="1627884" y="1922188"/>
                    <a:pt x="1560290" y="1922188"/>
                  </a:cubicBezTo>
                  <a:lnTo>
                    <a:pt x="495688" y="1922188"/>
                  </a:lnTo>
                  <a:cubicBezTo>
                    <a:pt x="428094" y="1922188"/>
                    <a:pt x="371766" y="1866310"/>
                    <a:pt x="371766" y="1799257"/>
                  </a:cubicBezTo>
                  <a:cubicBezTo>
                    <a:pt x="371766" y="1050498"/>
                    <a:pt x="951946" y="435845"/>
                    <a:pt x="1689845" y="368792"/>
                  </a:cubicBezTo>
                  <a:lnTo>
                    <a:pt x="1689845" y="0"/>
                  </a:lnTo>
                  <a:cubicBezTo>
                    <a:pt x="749165" y="61465"/>
                    <a:pt x="0" y="838163"/>
                    <a:pt x="0" y="1793669"/>
                  </a:cubicBezTo>
                  <a:lnTo>
                    <a:pt x="0" y="3469996"/>
                  </a:lnTo>
                  <a:cubicBezTo>
                    <a:pt x="0" y="3537049"/>
                    <a:pt x="56328" y="3592926"/>
                    <a:pt x="123922" y="3592926"/>
                  </a:cubicBezTo>
                  <a:close/>
                </a:path>
              </a:pathLst>
            </a:custGeom>
            <a:solidFill>
              <a:schemeClr val="accent1"/>
            </a:solidFill>
            <a:ln w="562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AD11D89-E788-7A36-3D61-F358F057DDF9}"/>
                </a:ext>
              </a:extLst>
            </p:cNvPr>
            <p:cNvSpPr/>
            <p:nvPr userDrawn="1"/>
          </p:nvSpPr>
          <p:spPr>
            <a:xfrm>
              <a:off x="2654907" y="4002100"/>
              <a:ext cx="689364" cy="1465716"/>
            </a:xfrm>
            <a:custGeom>
              <a:avLst/>
              <a:gdLst>
                <a:gd name="connsiteX0" fmla="*/ 123922 w 1689845"/>
                <a:gd name="connsiteY0" fmla="*/ 3592926 h 3592925"/>
                <a:gd name="connsiteX1" fmla="*/ 1560290 w 1689845"/>
                <a:gd name="connsiteY1" fmla="*/ 3592926 h 3592925"/>
                <a:gd name="connsiteX2" fmla="*/ 1684212 w 1689845"/>
                <a:gd name="connsiteY2" fmla="*/ 3469996 h 3592925"/>
                <a:gd name="connsiteX3" fmla="*/ 1684212 w 1689845"/>
                <a:gd name="connsiteY3" fmla="*/ 2045118 h 3592925"/>
                <a:gd name="connsiteX4" fmla="*/ 1560290 w 1689845"/>
                <a:gd name="connsiteY4" fmla="*/ 1922188 h 3592925"/>
                <a:gd name="connsiteX5" fmla="*/ 495688 w 1689845"/>
                <a:gd name="connsiteY5" fmla="*/ 1922188 h 3592925"/>
                <a:gd name="connsiteX6" fmla="*/ 371766 w 1689845"/>
                <a:gd name="connsiteY6" fmla="*/ 1799257 h 3592925"/>
                <a:gd name="connsiteX7" fmla="*/ 1689845 w 1689845"/>
                <a:gd name="connsiteY7" fmla="*/ 368792 h 3592925"/>
                <a:gd name="connsiteX8" fmla="*/ 1689845 w 1689845"/>
                <a:gd name="connsiteY8" fmla="*/ 0 h 3592925"/>
                <a:gd name="connsiteX9" fmla="*/ 0 w 1689845"/>
                <a:gd name="connsiteY9" fmla="*/ 1793669 h 3592925"/>
                <a:gd name="connsiteX10" fmla="*/ 0 w 1689845"/>
                <a:gd name="connsiteY10" fmla="*/ 3469996 h 3592925"/>
                <a:gd name="connsiteX11" fmla="*/ 123922 w 1689845"/>
                <a:gd name="connsiteY11" fmla="*/ 3592926 h 359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9845" h="3592925">
                  <a:moveTo>
                    <a:pt x="123922" y="3592926"/>
                  </a:moveTo>
                  <a:lnTo>
                    <a:pt x="1560290" y="3592926"/>
                  </a:lnTo>
                  <a:cubicBezTo>
                    <a:pt x="1627884" y="3592926"/>
                    <a:pt x="1684212" y="3537049"/>
                    <a:pt x="1684212" y="3469996"/>
                  </a:cubicBezTo>
                  <a:lnTo>
                    <a:pt x="1684212" y="2045118"/>
                  </a:lnTo>
                  <a:cubicBezTo>
                    <a:pt x="1684212" y="1978065"/>
                    <a:pt x="1627884" y="1922188"/>
                    <a:pt x="1560290" y="1922188"/>
                  </a:cubicBezTo>
                  <a:lnTo>
                    <a:pt x="495688" y="1922188"/>
                  </a:lnTo>
                  <a:cubicBezTo>
                    <a:pt x="428094" y="1922188"/>
                    <a:pt x="371766" y="1866310"/>
                    <a:pt x="371766" y="1799257"/>
                  </a:cubicBezTo>
                  <a:cubicBezTo>
                    <a:pt x="371766" y="1050498"/>
                    <a:pt x="951946" y="435845"/>
                    <a:pt x="1689845" y="368792"/>
                  </a:cubicBezTo>
                  <a:lnTo>
                    <a:pt x="1689845" y="0"/>
                  </a:lnTo>
                  <a:cubicBezTo>
                    <a:pt x="749165" y="61465"/>
                    <a:pt x="0" y="838163"/>
                    <a:pt x="0" y="1793669"/>
                  </a:cubicBezTo>
                  <a:lnTo>
                    <a:pt x="0" y="3469996"/>
                  </a:lnTo>
                  <a:cubicBezTo>
                    <a:pt x="0" y="3537049"/>
                    <a:pt x="56328" y="3592926"/>
                    <a:pt x="123922" y="3592926"/>
                  </a:cubicBezTo>
                  <a:close/>
                </a:path>
              </a:pathLst>
            </a:custGeom>
            <a:solidFill>
              <a:schemeClr val="accent1"/>
            </a:solidFill>
            <a:ln w="562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</p:grp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769AD2D-9F43-42CA-DBA4-17168AFE0D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76417" y="1863969"/>
            <a:ext cx="3419555" cy="4278295"/>
          </a:xfrm>
          <a:noFill/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kern="1200" spc="0" dirty="0">
                <a:solidFill>
                  <a:schemeClr val="accent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</a:lstStyle>
          <a:p>
            <a:pPr marL="0" lvl="0" indent="0" algn="l" defTabSz="228554" rtl="0" eaLnBrk="1" latinLnBrk="0" hangingPunct="1">
              <a:lnSpc>
                <a:spcPct val="90000"/>
              </a:lnSpc>
              <a:spcBef>
                <a:spcPts val="0"/>
              </a:spcBef>
              <a:buFont typeface="System Font Regular"/>
              <a:buNone/>
            </a:pPr>
            <a:r>
              <a:rPr lang="en-US" dirty="0"/>
              <a:t>Quote text comes here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E7AA5029-64C9-03C4-01BE-0F31C4AEE12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370755" y="5596706"/>
            <a:ext cx="719906" cy="36000"/>
          </a:xfr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360000" rIns="0" bIns="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500" b="0" i="0" spc="-150" dirty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endParaRPr lang="en-US" dirty="0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2077E51B-E9B9-C85C-85C6-EBDD1494A0E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59034" y="5741738"/>
            <a:ext cx="2879625" cy="34191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Firstname Lastname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F929B1-6EFA-C9D4-595A-47E6CA1C8DB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359034" y="2121633"/>
            <a:ext cx="480072" cy="450000"/>
            <a:chOff x="1780401" y="4002100"/>
            <a:chExt cx="1563870" cy="1465716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E9EDD4A-C681-1FF7-1247-1FCE18E913E3}"/>
                </a:ext>
              </a:extLst>
            </p:cNvPr>
            <p:cNvSpPr/>
            <p:nvPr/>
          </p:nvSpPr>
          <p:spPr>
            <a:xfrm>
              <a:off x="1780401" y="4002100"/>
              <a:ext cx="689364" cy="1465716"/>
            </a:xfrm>
            <a:custGeom>
              <a:avLst/>
              <a:gdLst>
                <a:gd name="connsiteX0" fmla="*/ 123922 w 1689845"/>
                <a:gd name="connsiteY0" fmla="*/ 3592926 h 3592925"/>
                <a:gd name="connsiteX1" fmla="*/ 1560290 w 1689845"/>
                <a:gd name="connsiteY1" fmla="*/ 3592926 h 3592925"/>
                <a:gd name="connsiteX2" fmla="*/ 1684212 w 1689845"/>
                <a:gd name="connsiteY2" fmla="*/ 3469996 h 3592925"/>
                <a:gd name="connsiteX3" fmla="*/ 1684212 w 1689845"/>
                <a:gd name="connsiteY3" fmla="*/ 2045118 h 3592925"/>
                <a:gd name="connsiteX4" fmla="*/ 1560290 w 1689845"/>
                <a:gd name="connsiteY4" fmla="*/ 1922188 h 3592925"/>
                <a:gd name="connsiteX5" fmla="*/ 495688 w 1689845"/>
                <a:gd name="connsiteY5" fmla="*/ 1922188 h 3592925"/>
                <a:gd name="connsiteX6" fmla="*/ 371766 w 1689845"/>
                <a:gd name="connsiteY6" fmla="*/ 1799257 h 3592925"/>
                <a:gd name="connsiteX7" fmla="*/ 1689845 w 1689845"/>
                <a:gd name="connsiteY7" fmla="*/ 368792 h 3592925"/>
                <a:gd name="connsiteX8" fmla="*/ 1689845 w 1689845"/>
                <a:gd name="connsiteY8" fmla="*/ 0 h 3592925"/>
                <a:gd name="connsiteX9" fmla="*/ 0 w 1689845"/>
                <a:gd name="connsiteY9" fmla="*/ 1793669 h 3592925"/>
                <a:gd name="connsiteX10" fmla="*/ 0 w 1689845"/>
                <a:gd name="connsiteY10" fmla="*/ 3469996 h 3592925"/>
                <a:gd name="connsiteX11" fmla="*/ 123922 w 1689845"/>
                <a:gd name="connsiteY11" fmla="*/ 3592926 h 359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9845" h="3592925">
                  <a:moveTo>
                    <a:pt x="123922" y="3592926"/>
                  </a:moveTo>
                  <a:lnTo>
                    <a:pt x="1560290" y="3592926"/>
                  </a:lnTo>
                  <a:cubicBezTo>
                    <a:pt x="1627884" y="3592926"/>
                    <a:pt x="1684212" y="3537049"/>
                    <a:pt x="1684212" y="3469996"/>
                  </a:cubicBezTo>
                  <a:lnTo>
                    <a:pt x="1684212" y="2045118"/>
                  </a:lnTo>
                  <a:cubicBezTo>
                    <a:pt x="1684212" y="1978065"/>
                    <a:pt x="1627884" y="1922188"/>
                    <a:pt x="1560290" y="1922188"/>
                  </a:cubicBezTo>
                  <a:lnTo>
                    <a:pt x="495688" y="1922188"/>
                  </a:lnTo>
                  <a:cubicBezTo>
                    <a:pt x="428094" y="1922188"/>
                    <a:pt x="371766" y="1866310"/>
                    <a:pt x="371766" y="1799257"/>
                  </a:cubicBezTo>
                  <a:cubicBezTo>
                    <a:pt x="371766" y="1050498"/>
                    <a:pt x="951946" y="435845"/>
                    <a:pt x="1689845" y="368792"/>
                  </a:cubicBezTo>
                  <a:lnTo>
                    <a:pt x="1689845" y="0"/>
                  </a:lnTo>
                  <a:cubicBezTo>
                    <a:pt x="749165" y="61465"/>
                    <a:pt x="0" y="838163"/>
                    <a:pt x="0" y="1793669"/>
                  </a:cubicBezTo>
                  <a:lnTo>
                    <a:pt x="0" y="3469996"/>
                  </a:lnTo>
                  <a:cubicBezTo>
                    <a:pt x="0" y="3537049"/>
                    <a:pt x="56328" y="3592926"/>
                    <a:pt x="123922" y="3592926"/>
                  </a:cubicBezTo>
                  <a:close/>
                </a:path>
              </a:pathLst>
            </a:custGeom>
            <a:solidFill>
              <a:schemeClr val="accent1"/>
            </a:solidFill>
            <a:ln w="562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9B39AE6-6590-5193-19FF-79A703810797}"/>
                </a:ext>
              </a:extLst>
            </p:cNvPr>
            <p:cNvSpPr/>
            <p:nvPr userDrawn="1"/>
          </p:nvSpPr>
          <p:spPr>
            <a:xfrm>
              <a:off x="2654907" y="4002100"/>
              <a:ext cx="689364" cy="1465716"/>
            </a:xfrm>
            <a:custGeom>
              <a:avLst/>
              <a:gdLst>
                <a:gd name="connsiteX0" fmla="*/ 123922 w 1689845"/>
                <a:gd name="connsiteY0" fmla="*/ 3592926 h 3592925"/>
                <a:gd name="connsiteX1" fmla="*/ 1560290 w 1689845"/>
                <a:gd name="connsiteY1" fmla="*/ 3592926 h 3592925"/>
                <a:gd name="connsiteX2" fmla="*/ 1684212 w 1689845"/>
                <a:gd name="connsiteY2" fmla="*/ 3469996 h 3592925"/>
                <a:gd name="connsiteX3" fmla="*/ 1684212 w 1689845"/>
                <a:gd name="connsiteY3" fmla="*/ 2045118 h 3592925"/>
                <a:gd name="connsiteX4" fmla="*/ 1560290 w 1689845"/>
                <a:gd name="connsiteY4" fmla="*/ 1922188 h 3592925"/>
                <a:gd name="connsiteX5" fmla="*/ 495688 w 1689845"/>
                <a:gd name="connsiteY5" fmla="*/ 1922188 h 3592925"/>
                <a:gd name="connsiteX6" fmla="*/ 371766 w 1689845"/>
                <a:gd name="connsiteY6" fmla="*/ 1799257 h 3592925"/>
                <a:gd name="connsiteX7" fmla="*/ 1689845 w 1689845"/>
                <a:gd name="connsiteY7" fmla="*/ 368792 h 3592925"/>
                <a:gd name="connsiteX8" fmla="*/ 1689845 w 1689845"/>
                <a:gd name="connsiteY8" fmla="*/ 0 h 3592925"/>
                <a:gd name="connsiteX9" fmla="*/ 0 w 1689845"/>
                <a:gd name="connsiteY9" fmla="*/ 1793669 h 3592925"/>
                <a:gd name="connsiteX10" fmla="*/ 0 w 1689845"/>
                <a:gd name="connsiteY10" fmla="*/ 3469996 h 3592925"/>
                <a:gd name="connsiteX11" fmla="*/ 123922 w 1689845"/>
                <a:gd name="connsiteY11" fmla="*/ 3592926 h 359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9845" h="3592925">
                  <a:moveTo>
                    <a:pt x="123922" y="3592926"/>
                  </a:moveTo>
                  <a:lnTo>
                    <a:pt x="1560290" y="3592926"/>
                  </a:lnTo>
                  <a:cubicBezTo>
                    <a:pt x="1627884" y="3592926"/>
                    <a:pt x="1684212" y="3537049"/>
                    <a:pt x="1684212" y="3469996"/>
                  </a:cubicBezTo>
                  <a:lnTo>
                    <a:pt x="1684212" y="2045118"/>
                  </a:lnTo>
                  <a:cubicBezTo>
                    <a:pt x="1684212" y="1978065"/>
                    <a:pt x="1627884" y="1922188"/>
                    <a:pt x="1560290" y="1922188"/>
                  </a:cubicBezTo>
                  <a:lnTo>
                    <a:pt x="495688" y="1922188"/>
                  </a:lnTo>
                  <a:cubicBezTo>
                    <a:pt x="428094" y="1922188"/>
                    <a:pt x="371766" y="1866310"/>
                    <a:pt x="371766" y="1799257"/>
                  </a:cubicBezTo>
                  <a:cubicBezTo>
                    <a:pt x="371766" y="1050498"/>
                    <a:pt x="951946" y="435845"/>
                    <a:pt x="1689845" y="368792"/>
                  </a:cubicBezTo>
                  <a:lnTo>
                    <a:pt x="1689845" y="0"/>
                  </a:lnTo>
                  <a:cubicBezTo>
                    <a:pt x="749165" y="61465"/>
                    <a:pt x="0" y="838163"/>
                    <a:pt x="0" y="1793669"/>
                  </a:cubicBezTo>
                  <a:lnTo>
                    <a:pt x="0" y="3469996"/>
                  </a:lnTo>
                  <a:cubicBezTo>
                    <a:pt x="0" y="3537049"/>
                    <a:pt x="56328" y="3592926"/>
                    <a:pt x="123922" y="3592926"/>
                  </a:cubicBezTo>
                  <a:close/>
                </a:path>
              </a:pathLst>
            </a:custGeom>
            <a:solidFill>
              <a:schemeClr val="accent1"/>
            </a:solidFill>
            <a:ln w="562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3054650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allou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BA20824-56D5-B0B1-B928-A73C572C57E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6028" y="1798377"/>
            <a:ext cx="4319819" cy="3794564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2000" b="0" i="0" spc="-75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Focus text comes here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A41BD3ED-D72A-BC4E-C906-C1F9A8B107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5842" y="2498308"/>
            <a:ext cx="5580129" cy="1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293697B-726D-1582-D206-B9303E591E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76153" y="1798377"/>
            <a:ext cx="4319819" cy="732858"/>
          </a:xfrm>
          <a:noFill/>
        </p:spPr>
        <p:txBody>
          <a:bodyPr wrap="square" lIns="0" tIns="0" rIns="0" bIns="0" rtlCol="0" anchor="b">
            <a:noAutofit/>
          </a:bodyPr>
          <a:lstStyle>
            <a:lvl1pPr marL="0" indent="0" algn="r">
              <a:spcBef>
                <a:spcPts val="0"/>
              </a:spcBef>
              <a:buNone/>
              <a:defRPr lang="en-US" sz="4999" b="0" i="0" spc="-75" dirty="0">
                <a:solidFill>
                  <a:schemeClr val="accent3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₹XXM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9669C823-41B8-4245-E8AF-3B27113CC2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15842" y="3518877"/>
            <a:ext cx="5580129" cy="1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AF4B25F9-FD44-A008-37EF-2AF3B66C6DA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76153" y="2818946"/>
            <a:ext cx="4319819" cy="732858"/>
          </a:xfrm>
          <a:noFill/>
        </p:spPr>
        <p:txBody>
          <a:bodyPr wrap="square" lIns="0" tIns="0" rIns="0" bIns="0" rtlCol="0" anchor="b">
            <a:noAutofit/>
          </a:bodyPr>
          <a:lstStyle>
            <a:lvl1pPr marL="0" indent="0" algn="r">
              <a:spcBef>
                <a:spcPts val="0"/>
              </a:spcBef>
              <a:buNone/>
              <a:defRPr lang="en-US" sz="4999" b="0" i="0" spc="-75" dirty="0">
                <a:solidFill>
                  <a:schemeClr val="accent3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BA02AA1-B24D-496D-2AAE-248CC6254C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15842" y="4539446"/>
            <a:ext cx="5580129" cy="1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642D307-3F25-F43E-ADF8-6957EC0B71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76153" y="3839515"/>
            <a:ext cx="4319819" cy="732858"/>
          </a:xfrm>
          <a:noFill/>
        </p:spPr>
        <p:txBody>
          <a:bodyPr wrap="square" lIns="0" tIns="0" rIns="0" bIns="0" rtlCol="0" anchor="b">
            <a:noAutofit/>
          </a:bodyPr>
          <a:lstStyle>
            <a:lvl1pPr marL="0" indent="0" algn="r">
              <a:spcBef>
                <a:spcPts val="0"/>
              </a:spcBef>
              <a:buNone/>
              <a:defRPr lang="en-US" sz="4999" b="0" i="0" spc="-75" dirty="0">
                <a:solidFill>
                  <a:schemeClr val="accent3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₹XXM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27EB1D4A-C892-D778-96CD-64CDFB27287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15842" y="5560014"/>
            <a:ext cx="5580129" cy="1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2F4320-6E13-37D2-9935-27FEE325B66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76153" y="4860084"/>
            <a:ext cx="4319819" cy="732858"/>
          </a:xfrm>
          <a:noFill/>
        </p:spPr>
        <p:txBody>
          <a:bodyPr wrap="square" lIns="0" tIns="0" rIns="0" bIns="0" rtlCol="0" anchor="b">
            <a:noAutofit/>
          </a:bodyPr>
          <a:lstStyle>
            <a:lvl1pPr marL="0" indent="0" algn="r">
              <a:spcBef>
                <a:spcPts val="0"/>
              </a:spcBef>
              <a:buNone/>
              <a:defRPr lang="en-US" sz="4999" b="0" i="0" spc="-75" dirty="0">
                <a:solidFill>
                  <a:schemeClr val="accent3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₹XXM</a:t>
            </a:r>
          </a:p>
        </p:txBody>
      </p:sp>
    </p:spTree>
    <p:extLst>
      <p:ext uri="{BB962C8B-B14F-4D97-AF65-F5344CB8AC3E}">
        <p14:creationId xmlns:p14="http://schemas.microsoft.com/office/powerpoint/2010/main" val="9733144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allouts Slid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FF7FA-EE64-301F-E82A-A358E70F9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heading comes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0634747-802A-8D63-6C6D-E2C2A1E08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45DC2F1-E60F-4B20-6400-7FB7C3443943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0EB991-FD4F-FD50-231F-80C7D00D36F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7F0800-7DF9-CFB8-6942-DAA934BECFFD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257024-1910-9EFD-F131-5CE7F82FCE06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CFB4BB2-CDF6-EF71-BA4F-AF08ABE65AAC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bg1"/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70A7D-1C21-18C6-1AFF-8BDED055D34C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A046F313-3F37-85FB-38D7-A840068794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6028" y="1798377"/>
            <a:ext cx="4319819" cy="3794564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lang="en-US" sz="2000" b="0" i="0" spc="-75" dirty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Focus text comes here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B9D66DA-EB7B-3DF0-639A-B0B8389FE5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5842" y="2498308"/>
            <a:ext cx="5580129" cy="18000"/>
          </a:xfrm>
          <a:solidFill>
            <a:schemeClr val="bg1">
              <a:alpha val="25000"/>
            </a:schemeClr>
          </a:solidFill>
          <a:ln>
            <a:noFill/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2CB4444-26B6-858A-2F19-6C4D2C8C14C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76153" y="1798377"/>
            <a:ext cx="4319819" cy="732858"/>
          </a:xfrm>
          <a:noFill/>
        </p:spPr>
        <p:txBody>
          <a:bodyPr wrap="square" lIns="0" tIns="0" rIns="0" bIns="0" rtlCol="0" anchor="b">
            <a:noAutofit/>
          </a:bodyPr>
          <a:lstStyle>
            <a:lvl1pPr marL="0" indent="0" algn="r">
              <a:spcBef>
                <a:spcPts val="0"/>
              </a:spcBef>
              <a:buNone/>
              <a:defRPr lang="en-US" sz="4999" b="0" i="0" spc="-75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₹XXM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8ADD546F-070F-B09E-F7F5-F4AD72CEA2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15842" y="3518877"/>
            <a:ext cx="5580129" cy="18000"/>
          </a:xfrm>
          <a:solidFill>
            <a:schemeClr val="bg1">
              <a:alpha val="25000"/>
            </a:schemeClr>
          </a:solidFill>
          <a:ln>
            <a:noFill/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49E08D7E-D0F2-96E7-CB9E-FF5D6157DE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76153" y="2818946"/>
            <a:ext cx="4319819" cy="732858"/>
          </a:xfrm>
          <a:noFill/>
        </p:spPr>
        <p:txBody>
          <a:bodyPr wrap="square" lIns="0" tIns="0" rIns="0" bIns="0" rtlCol="0" anchor="b">
            <a:noAutofit/>
          </a:bodyPr>
          <a:lstStyle>
            <a:lvl1pPr marL="0" indent="0" algn="r">
              <a:spcBef>
                <a:spcPts val="0"/>
              </a:spcBef>
              <a:buNone/>
              <a:defRPr lang="en-US" sz="4999" b="0" i="0" spc="-75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XX%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E1632A2E-81B0-EC60-7EBE-96BB5467DC7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15842" y="4539446"/>
            <a:ext cx="5580129" cy="18000"/>
          </a:xfrm>
          <a:solidFill>
            <a:schemeClr val="bg1">
              <a:alpha val="25000"/>
            </a:schemeClr>
          </a:solidFill>
          <a:ln>
            <a:noFill/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E7467F7-D54B-2DDD-CA48-3DB1B83399F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76153" y="3839515"/>
            <a:ext cx="4319819" cy="732858"/>
          </a:xfrm>
          <a:noFill/>
        </p:spPr>
        <p:txBody>
          <a:bodyPr wrap="square" lIns="0" tIns="0" rIns="0" bIns="0" rtlCol="0" anchor="b">
            <a:noAutofit/>
          </a:bodyPr>
          <a:lstStyle>
            <a:lvl1pPr marL="0" indent="0" algn="r">
              <a:spcBef>
                <a:spcPts val="0"/>
              </a:spcBef>
              <a:buNone/>
              <a:defRPr lang="en-US" sz="4999" b="0" i="0" spc="-75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₹XXM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D9C3F0F-4D9D-5A68-EB30-F8544FBE90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15842" y="5560014"/>
            <a:ext cx="5580129" cy="18000"/>
          </a:xfrm>
          <a:solidFill>
            <a:schemeClr val="bg1">
              <a:alpha val="25000"/>
            </a:schemeClr>
          </a:solidFill>
          <a:ln>
            <a:noFill/>
          </a:ln>
        </p:spPr>
        <p:txBody>
          <a:bodyPr wrap="square" lIns="0" tIns="288000" rIns="0" bIns="72000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bg1">
                    <a:alpha val="7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333EF8F4-13DA-856E-C694-AE3A3C3B1F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76153" y="4860084"/>
            <a:ext cx="4319819" cy="732858"/>
          </a:xfrm>
          <a:noFill/>
        </p:spPr>
        <p:txBody>
          <a:bodyPr wrap="square" lIns="0" tIns="0" rIns="0" bIns="0" rtlCol="0" anchor="b">
            <a:noAutofit/>
          </a:bodyPr>
          <a:lstStyle>
            <a:lvl1pPr marL="0" indent="0" algn="r">
              <a:spcBef>
                <a:spcPts val="0"/>
              </a:spcBef>
              <a:buNone/>
              <a:defRPr lang="en-US" sz="4999" b="0" i="0" spc="-75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lvl="0" defTabSz="228554"/>
            <a:r>
              <a:rPr lang="en-US" dirty="0"/>
              <a:t>₹XXM</a:t>
            </a:r>
          </a:p>
        </p:txBody>
      </p:sp>
    </p:spTree>
    <p:extLst>
      <p:ext uri="{BB962C8B-B14F-4D97-AF65-F5344CB8AC3E}">
        <p14:creationId xmlns:p14="http://schemas.microsoft.com/office/powerpoint/2010/main" val="29612440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co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2D9BC30-4BF7-3B35-2EEA-D4E6CECCAC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536" y="1863969"/>
            <a:ext cx="5219320" cy="4278295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671E5F3-22ED-89DD-39E5-EB0F0A4D573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5536" y="3068638"/>
            <a:ext cx="5219320" cy="3073626"/>
          </a:xfrm>
          <a:noFill/>
        </p:spPr>
        <p:txBody>
          <a:bodyPr wrap="square" lIns="540000" tIns="180000" rIns="54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7E85304-87FC-83D1-B30A-2EBD2261C8C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95292" y="2068921"/>
            <a:ext cx="539930" cy="54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F75CA7-B8D9-590D-D725-E6E8CA7C41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6159" y="1863969"/>
            <a:ext cx="5219320" cy="4278295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1B1E23B-E8C8-63ED-3054-A50CA27A891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6159" y="3068638"/>
            <a:ext cx="5219320" cy="3073626"/>
          </a:xfrm>
          <a:noFill/>
        </p:spPr>
        <p:txBody>
          <a:bodyPr wrap="square" lIns="540000" tIns="180000" rIns="54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0EC3C59-AD59-52AC-9B33-C3C27BB1FE10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6475915" y="2068921"/>
            <a:ext cx="539930" cy="54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</p:spTree>
    <p:extLst>
      <p:ext uri="{BB962C8B-B14F-4D97-AF65-F5344CB8AC3E}">
        <p14:creationId xmlns:p14="http://schemas.microsoft.com/office/powerpoint/2010/main" val="37133413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2D9BC30-4BF7-3B35-2EEA-D4E6CECCAC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536" y="1863969"/>
            <a:ext cx="3419555" cy="4278295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671E5F3-22ED-89DD-39E5-EB0F0A4D573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5536" y="3068638"/>
            <a:ext cx="3419555" cy="3073626"/>
          </a:xfrm>
          <a:noFill/>
        </p:spPr>
        <p:txBody>
          <a:bodyPr wrap="square" lIns="540000" tIns="180000" rIns="54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7E85304-87FC-83D1-B30A-2EBD2261C8C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95292" y="2068921"/>
            <a:ext cx="539930" cy="54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716D31D-04AE-E4C3-9210-A4521A899AD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86222" y="1863969"/>
            <a:ext cx="3419555" cy="4278295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2DAA4DD-9E83-6B74-E53B-7CBDE49133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86222" y="3068638"/>
            <a:ext cx="3419555" cy="3073626"/>
          </a:xfrm>
          <a:noFill/>
        </p:spPr>
        <p:txBody>
          <a:bodyPr wrap="square" lIns="540000" tIns="180000" rIns="54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5A96641-F2E3-3C6C-1977-0F6708B4D58A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585978" y="2068921"/>
            <a:ext cx="539930" cy="54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92DD4C9-5FA0-B5DD-A4C5-726E4A3DCC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076417" y="1863969"/>
            <a:ext cx="3419555" cy="4278295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8AC3DB21-5A46-9003-ADC0-1026802561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76417" y="3068638"/>
            <a:ext cx="3419555" cy="3073626"/>
          </a:xfrm>
          <a:noFill/>
        </p:spPr>
        <p:txBody>
          <a:bodyPr wrap="square" lIns="540000" tIns="180000" rIns="54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360B65AE-07F4-B66D-A0B3-82932B0685D9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276173" y="2068921"/>
            <a:ext cx="539930" cy="54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</p:spTree>
    <p:extLst>
      <p:ext uri="{BB962C8B-B14F-4D97-AF65-F5344CB8AC3E}">
        <p14:creationId xmlns:p14="http://schemas.microsoft.com/office/powerpoint/2010/main" val="37976848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2D9BC30-4BF7-3B35-2EEA-D4E6CECCAC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536" y="1863969"/>
            <a:ext cx="2519672" cy="4278295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671E5F3-22ED-89DD-39E5-EB0F0A4D573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5536" y="3370385"/>
            <a:ext cx="2519672" cy="2771878"/>
          </a:xfrm>
          <a:noFill/>
        </p:spPr>
        <p:txBody>
          <a:bodyPr wrap="square" lIns="540000" tIns="180000" rIns="54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7E85304-87FC-83D1-B30A-2EBD2261C8C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95292" y="2068921"/>
            <a:ext cx="539930" cy="54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F4201364-C0AE-B464-AADC-11CF4AEA8A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5790" y="1863969"/>
            <a:ext cx="2519672" cy="4278295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0E3B49C-F880-8A06-5DDB-CA8E18D4E76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55790" y="3370385"/>
            <a:ext cx="2519672" cy="2771878"/>
          </a:xfrm>
          <a:noFill/>
        </p:spPr>
        <p:txBody>
          <a:bodyPr wrap="square" lIns="540000" tIns="180000" rIns="54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CDCFE-BD20-E2A7-1B6C-CFBFFEB9515F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655546" y="2068921"/>
            <a:ext cx="539930" cy="54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390809CA-18B6-EB29-DA08-D8B2175D5D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16045" y="1863969"/>
            <a:ext cx="2519672" cy="4278295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AFCE0C2-4372-2036-5826-A3BD6BF187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16045" y="3370385"/>
            <a:ext cx="2519672" cy="2771878"/>
          </a:xfrm>
          <a:noFill/>
        </p:spPr>
        <p:txBody>
          <a:bodyPr wrap="square" lIns="540000" tIns="180000" rIns="54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D285B08C-4057-BD9B-91A3-9C82C9BF174E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415801" y="2068921"/>
            <a:ext cx="539930" cy="54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5B177F7C-16E7-B1E8-ECB5-4D4B0845C62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76300" y="1863969"/>
            <a:ext cx="2519672" cy="4278295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540000" tIns="1800000" rIns="540000" bIns="288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20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CEC4F85-EEA4-D862-AE6D-3EB63E293D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76300" y="3370385"/>
            <a:ext cx="2519672" cy="2771878"/>
          </a:xfrm>
          <a:noFill/>
        </p:spPr>
        <p:txBody>
          <a:bodyPr wrap="square" lIns="540000" tIns="180000" rIns="54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62A57656-6D33-53BE-079B-D96DCA06EEFF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9176056" y="2068921"/>
            <a:ext cx="539930" cy="54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</p:spTree>
    <p:extLst>
      <p:ext uri="{BB962C8B-B14F-4D97-AF65-F5344CB8AC3E}">
        <p14:creationId xmlns:p14="http://schemas.microsoft.com/office/powerpoint/2010/main" val="9325306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2D9BC30-4BF7-3B35-2EEA-D4E6CECCAC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536" y="1863969"/>
            <a:ext cx="3419555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671E5F3-22ED-89DD-39E5-EB0F0A4D573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5536" y="2848708"/>
            <a:ext cx="3419555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7E85304-87FC-83D1-B30A-2EBD2261C8C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36685" y="2010306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716D31D-04AE-E4C3-9210-A4521A899AD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86222" y="1863969"/>
            <a:ext cx="3419555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2DAA4DD-9E83-6B74-E53B-7CBDE49133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86222" y="2848708"/>
            <a:ext cx="3419555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5A96641-F2E3-3C6C-1977-0F6708B4D58A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527371" y="2010306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92DD4C9-5FA0-B5DD-A4C5-726E4A3DCC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076417" y="1863969"/>
            <a:ext cx="3419555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8AC3DB21-5A46-9003-ADC0-1026802561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76417" y="2848708"/>
            <a:ext cx="3419555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360B65AE-07F4-B66D-A0B3-82932B0685D9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217566" y="2010306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1540B6B-F121-8281-7EB6-32EF640178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5536" y="4161754"/>
            <a:ext cx="3419555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BBE996F-EFD3-4F66-AC98-1A8282FAF8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5536" y="5146493"/>
            <a:ext cx="3419555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931A0E1-EB26-CB63-F6C9-5ED2F5F2AECD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6685" y="4308091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1598FCDD-7F47-89DA-2772-D46B85F6840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6222" y="4161754"/>
            <a:ext cx="3419555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973BA2C-51D1-A6A2-B13D-4F6DD34C7F7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86222" y="5146493"/>
            <a:ext cx="3419555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B0D43A01-B2D7-2C95-AF07-574BD46FEECB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4527371" y="4308091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8210D0C7-932C-CA4A-A330-326C7AF91CE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76417" y="4161754"/>
            <a:ext cx="3419555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84829768-185F-66AC-BA79-E2A8DD81956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76417" y="5146493"/>
            <a:ext cx="3419555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48050E9E-CE9E-6A54-C232-A3649E6ED8D4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8217566" y="4308091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</p:spTree>
    <p:extLst>
      <p:ext uri="{BB962C8B-B14F-4D97-AF65-F5344CB8AC3E}">
        <p14:creationId xmlns:p14="http://schemas.microsoft.com/office/powerpoint/2010/main" val="395684520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co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5496-8870-7123-5470-4B7FEBC637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2D9BC30-4BF7-3B35-2EEA-D4E6CECCAC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536" y="1863969"/>
            <a:ext cx="2519672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671E5F3-22ED-89DD-39E5-EB0F0A4D573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5536" y="2848708"/>
            <a:ext cx="2519672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7E85304-87FC-83D1-B30A-2EBD2261C8C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36685" y="2010306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1540B6B-F121-8281-7EB6-32EF640178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5536" y="4161754"/>
            <a:ext cx="2519672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BBE996F-EFD3-4F66-AC98-1A8282FAF8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5536" y="5146493"/>
            <a:ext cx="2519672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931A0E1-EB26-CB63-F6C9-5ED2F5F2AECD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6685" y="4308091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F2324502-33EE-E933-FE1C-CE7D0C2445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55955" y="1863969"/>
            <a:ext cx="2519672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4ACB435F-D5DA-685B-04EA-DAC234E4530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55955" y="2848708"/>
            <a:ext cx="2519672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9CD379A3-95D1-5C99-2669-AECCB8D0E398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3597104" y="2010306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EBC3EA65-CCCF-74F1-07CD-16E849DECDA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55955" y="4161754"/>
            <a:ext cx="2519672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A664230-7CA2-3942-0F96-CC71CB934E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55955" y="5146493"/>
            <a:ext cx="2519672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9BC03B93-09BD-83D5-A250-99F99CCF716F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3597104" y="4308091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4B520403-243A-5382-2B5B-921676ED45E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16374" y="1863969"/>
            <a:ext cx="2519672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B1BC587A-C8F5-70DB-51FD-DD230E61B8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16374" y="2848708"/>
            <a:ext cx="2519672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6ABDDA4-4D03-B988-3179-429B1539E8DB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6357523" y="2010306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E437DAFA-8CF7-8C95-4F3A-B70E703F117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216374" y="4161754"/>
            <a:ext cx="2519672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8736B592-3D6A-5006-AF7C-272E67A99BC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16374" y="5146493"/>
            <a:ext cx="2519672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18B05358-6286-762B-7F99-F0E3EEBAA9AB}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6357523" y="4308091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8773E13A-E39F-1AF0-01D7-344E90EC5D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976793" y="1863969"/>
            <a:ext cx="2519672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82F0AF6-E06E-B98F-0130-F1D3E71E5EA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976793" y="2848708"/>
            <a:ext cx="2519672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5DE447B8-6B37-5D82-17F2-255F5DE5B870}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9117941" y="2010306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7869F360-D6DF-0FB2-1CE9-C726446EAB4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976793" y="4161754"/>
            <a:ext cx="2519672" cy="1980000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 lIns="360000" tIns="1548000" rIns="360000" bIns="360000" rtlCol="0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0" i="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Heading comes here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56F9D3C4-FEA9-63E3-C555-EBB2473B98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76793" y="5146493"/>
            <a:ext cx="2519672" cy="995261"/>
          </a:xfrm>
          <a:noFill/>
        </p:spPr>
        <p:txBody>
          <a:bodyPr wrap="square" lIns="360000" tIns="180000" rIns="360000" bIns="18000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Light" pitchFamily="2" charset="77"/>
              </a:defRPr>
            </a:lvl1pPr>
          </a:lstStyle>
          <a:p>
            <a:pPr marL="0" lvl="0" defTabSz="228554"/>
            <a:r>
              <a:rPr lang="en-US" dirty="0"/>
              <a:t>Text comes here</a:t>
            </a:r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F375DBAA-431A-5EE9-2027-ED9E9777F19C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9117941" y="4308091"/>
            <a:ext cx="449941" cy="450000"/>
          </a:xfrm>
          <a:noFill/>
          <a:ln>
            <a:noFill/>
          </a:ln>
        </p:spPr>
        <p:txBody>
          <a:bodyPr lIns="180000" tIns="180000" rIns="180000" bIns="180000"/>
          <a:lstStyle>
            <a:lvl1pPr marL="0" indent="0">
              <a:buNone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Icon here</a:t>
            </a:r>
          </a:p>
        </p:txBody>
      </p:sp>
    </p:spTree>
    <p:extLst>
      <p:ext uri="{BB962C8B-B14F-4D97-AF65-F5344CB8AC3E}">
        <p14:creationId xmlns:p14="http://schemas.microsoft.com/office/powerpoint/2010/main" val="5865974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C290B96-2C58-2EBE-1B3F-BF81F4AF57C9}"/>
              </a:ext>
            </a:extLst>
          </p:cNvPr>
          <p:cNvGrpSpPr/>
          <p:nvPr userDrawn="1"/>
        </p:nvGrpSpPr>
        <p:grpSpPr>
          <a:xfrm>
            <a:off x="0" y="6768000"/>
            <a:ext cx="12192000" cy="90000"/>
            <a:chOff x="-9554021" y="613707"/>
            <a:chExt cx="36000000" cy="13716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528B1B-7159-0068-C96A-BC4A2CB891FA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69422A-440A-6127-728C-0F9741BF9A96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5F824A-4130-AC1E-63B7-D7B6126A3463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1B554787-989D-3BF7-1F05-4D7E80C518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03777" y="548482"/>
            <a:ext cx="1799766" cy="61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53AE1DE-B44C-257F-0C24-A7D55BF749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29" y="1183787"/>
            <a:ext cx="6299966" cy="1453906"/>
          </a:xfrm>
        </p:spPr>
        <p:txBody>
          <a:bodyPr anchor="b"/>
          <a:lstStyle>
            <a:lvl1pPr>
              <a:defRPr sz="7499" spc="-150"/>
            </a:lvl1pPr>
          </a:lstStyle>
          <a:p>
            <a:r>
              <a:rPr lang="en-GB" dirty="0"/>
              <a:t>Thank you!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998853-336D-53F1-53BC-12EFD7D74A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6029" y="2781331"/>
            <a:ext cx="6299966" cy="92340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  <a:lvl2pPr marL="4571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21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32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4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5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6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86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4F1069-9925-FBDC-9F97-EF7519882D0E}"/>
              </a:ext>
            </a:extLst>
          </p:cNvPr>
          <p:cNvSpPr txBox="1"/>
          <p:nvPr userDrawn="1"/>
        </p:nvSpPr>
        <p:spPr>
          <a:xfrm>
            <a:off x="696028" y="5364194"/>
            <a:ext cx="323957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14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Corporate Office</a:t>
            </a:r>
          </a:p>
          <a:p>
            <a:pPr marL="0" marR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Archivo" pitchFamily="2" charset="77"/>
              </a:rPr>
              <a:t>Altimus, Level 35, Dr. G. M. Bhosale Marg, Worli, Mumbai 18.</a:t>
            </a:r>
          </a:p>
          <a:p>
            <a:pPr marL="0" marR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Archivo" pitchFamily="2" charset="77"/>
              </a:rPr>
              <a:t>+91 22 6372 0000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0AF95-2195-E154-5C4F-3DD5BEAF1DCC}"/>
              </a:ext>
            </a:extLst>
          </p:cNvPr>
          <p:cNvSpPr txBox="1"/>
          <p:nvPr userDrawn="1"/>
        </p:nvSpPr>
        <p:spPr>
          <a:xfrm>
            <a:off x="4128350" y="5364194"/>
            <a:ext cx="323957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14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Branch Office</a:t>
            </a:r>
          </a:p>
          <a:p>
            <a:pPr marL="0" marR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Archivo" pitchFamily="2" charset="77"/>
              </a:rPr>
              <a:t>1008, Raheja Centre, 10th Floor, 214, Nariman Point, Mumbai 21.</a:t>
            </a:r>
          </a:p>
          <a:p>
            <a:pPr marL="0" marR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Archivo" pitchFamily="2" charset="77"/>
              </a:rPr>
              <a:t>+91 22 6611 1700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68B8E-79AB-4AD6-03FC-C7DB5CC42718}"/>
              </a:ext>
            </a:extLst>
          </p:cNvPr>
          <p:cNvSpPr txBox="1"/>
          <p:nvPr userDrawn="1"/>
        </p:nvSpPr>
        <p:spPr>
          <a:xfrm>
            <a:off x="7560672" y="5364194"/>
            <a:ext cx="3239578" cy="4693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cs typeface="Poppins Medium" pitchFamily="2" charset="77"/>
                <a:hlinkClick r:id="rId3"/>
              </a:rPr>
              <a:t>ashika@ashikagroup.com</a:t>
            </a:r>
            <a:endParaRPr lang="en-US" sz="1400" b="0" i="0" dirty="0">
              <a:solidFill>
                <a:schemeClr val="tx1">
                  <a:lumMod val="50000"/>
                  <a:lumOff val="50000"/>
                </a:schemeClr>
              </a:solidFill>
              <a:latin typeface="Poppins Medium" pitchFamily="2" charset="77"/>
              <a:cs typeface="Poppins Medium" pitchFamily="2" charset="77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14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cs typeface="Poppins Medium" pitchFamily="2" charset="77"/>
                <a:hlinkClick r:id="rId4"/>
              </a:rPr>
              <a:t>www.ashikagroup.com</a:t>
            </a:r>
            <a:endParaRPr lang="en-US" sz="1400" b="0" i="0" dirty="0">
              <a:solidFill>
                <a:schemeClr val="tx1">
                  <a:lumMod val="50000"/>
                  <a:lumOff val="50000"/>
                </a:schemeClr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457533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C290B96-2C58-2EBE-1B3F-BF81F4AF57C9}"/>
              </a:ext>
            </a:extLst>
          </p:cNvPr>
          <p:cNvGrpSpPr/>
          <p:nvPr userDrawn="1"/>
        </p:nvGrpSpPr>
        <p:grpSpPr>
          <a:xfrm>
            <a:off x="0" y="6768000"/>
            <a:ext cx="12192000" cy="90000"/>
            <a:chOff x="-9554021" y="613707"/>
            <a:chExt cx="36000000" cy="13716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528B1B-7159-0068-C96A-BC4A2CB891FA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69422A-440A-6127-728C-0F9741BF9A96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5F824A-4130-AC1E-63B7-D7B6126A3463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1F10049D-F86E-A492-2B85-BE98E35457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29" y="1183786"/>
            <a:ext cx="6299966" cy="1453906"/>
          </a:xfrm>
        </p:spPr>
        <p:txBody>
          <a:bodyPr anchor="b"/>
          <a:lstStyle>
            <a:lvl1pPr>
              <a:defRPr sz="7499" spc="-15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64E22F4-7246-406E-D81F-B06B2E3BDE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6029" y="2781330"/>
            <a:ext cx="6299966" cy="92340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bg1">
                    <a:alpha val="75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  <a:lvl2pPr marL="4571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21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32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4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5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6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86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77E0B-A224-76D1-74E7-F56E08CE4481}"/>
              </a:ext>
            </a:extLst>
          </p:cNvPr>
          <p:cNvSpPr txBox="1"/>
          <p:nvPr userDrawn="1"/>
        </p:nvSpPr>
        <p:spPr>
          <a:xfrm>
            <a:off x="696028" y="5364194"/>
            <a:ext cx="323957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1400" b="1" i="0" dirty="0">
                <a:solidFill>
                  <a:schemeClr val="bg1">
                    <a:alpha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Corporate Office</a:t>
            </a:r>
          </a:p>
          <a:p>
            <a:pPr marL="0" marR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bg1">
                    <a:alpha val="75000"/>
                  </a:schemeClr>
                </a:solidFill>
                <a:cs typeface="Archivo" pitchFamily="2" charset="77"/>
              </a:rPr>
              <a:t>Altimus, Level 35, Dr. G. M. Bhosale Marg, Worli, Mumbai 18.</a:t>
            </a:r>
          </a:p>
          <a:p>
            <a:pPr marL="0" marR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bg1">
                    <a:alpha val="75000"/>
                  </a:schemeClr>
                </a:solidFill>
                <a:cs typeface="Archivo" pitchFamily="2" charset="77"/>
              </a:rPr>
              <a:t>+91 22 6372 0000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2CED0-7ABB-6289-B194-CD6BC1A5BE65}"/>
              </a:ext>
            </a:extLst>
          </p:cNvPr>
          <p:cNvSpPr txBox="1"/>
          <p:nvPr userDrawn="1"/>
        </p:nvSpPr>
        <p:spPr>
          <a:xfrm>
            <a:off x="4128350" y="5364194"/>
            <a:ext cx="323957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1400" b="1" i="0" dirty="0">
                <a:solidFill>
                  <a:schemeClr val="bg1">
                    <a:alpha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Branch Office</a:t>
            </a:r>
          </a:p>
          <a:p>
            <a:pPr marL="0" marR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bg1">
                    <a:alpha val="75000"/>
                  </a:schemeClr>
                </a:solidFill>
                <a:cs typeface="Archivo" pitchFamily="2" charset="77"/>
              </a:rPr>
              <a:t>1008, Raheja Centre, 10th Floor, 214, Nariman Point, Mumbai 21.</a:t>
            </a:r>
          </a:p>
          <a:p>
            <a:pPr marL="0" marR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bg1">
                    <a:alpha val="75000"/>
                  </a:schemeClr>
                </a:solidFill>
                <a:cs typeface="Archivo" pitchFamily="2" charset="77"/>
              </a:rPr>
              <a:t>+91 22 6611 1700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70E76-8B32-A192-8E99-16B65C8CE1BE}"/>
              </a:ext>
            </a:extLst>
          </p:cNvPr>
          <p:cNvSpPr txBox="1"/>
          <p:nvPr userDrawn="1"/>
        </p:nvSpPr>
        <p:spPr>
          <a:xfrm>
            <a:off x="7560672" y="5364194"/>
            <a:ext cx="3239578" cy="4693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1400" b="0" i="0" dirty="0">
                <a:solidFill>
                  <a:schemeClr val="accent3"/>
                </a:solidFill>
                <a:latin typeface="Poppins Medium" pitchFamily="2" charset="77"/>
                <a:cs typeface="Poppins Medium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ashika@ashikagroup.com</a:t>
            </a:r>
            <a:endParaRPr lang="en-US" sz="1400" b="0" i="0" dirty="0">
              <a:solidFill>
                <a:schemeClr val="accent3"/>
              </a:solidFill>
              <a:latin typeface="Poppins Medium" pitchFamily="2" charset="77"/>
              <a:cs typeface="Poppins Medium" pitchFamily="2" charset="77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1400" b="0" i="0" dirty="0">
                <a:solidFill>
                  <a:schemeClr val="accent3"/>
                </a:solidFill>
                <a:latin typeface="Poppins Medium" pitchFamily="2" charset="77"/>
                <a:cs typeface="Poppins Medium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www.ashikagroup.com</a:t>
            </a:r>
            <a:endParaRPr lang="en-US" sz="1400" b="0" i="0" dirty="0">
              <a:solidFill>
                <a:schemeClr val="accent3"/>
              </a:solidFill>
              <a:latin typeface="Poppins Medium" pitchFamily="2" charset="77"/>
              <a:cs typeface="Poppins Medium" pitchFamily="2" charset="77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61AAA61-CB73-C0D3-5726-B80B483125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703777" y="548482"/>
            <a:ext cx="1799766" cy="6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018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6029" y="1709739"/>
            <a:ext cx="10799944" cy="2215491"/>
          </a:xfrm>
        </p:spPr>
        <p:txBody>
          <a:bodyPr anchor="b"/>
          <a:lstStyle>
            <a:lvl1pPr>
              <a:defRPr sz="4999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6029" y="3925230"/>
            <a:ext cx="10799944" cy="2164421"/>
          </a:xfrm>
        </p:spPr>
        <p:txBody>
          <a:bodyPr/>
          <a:lstStyle>
            <a:lvl1pPr marL="0" indent="0">
              <a:buNone/>
              <a:defRPr sz="2500">
                <a:solidFill>
                  <a:schemeClr val="tx1">
                    <a:tint val="82000"/>
                  </a:schemeClr>
                </a:solidFill>
              </a:defRPr>
            </a:lvl1pPr>
            <a:lvl2pPr marL="4571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21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32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4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5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6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86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595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6028" y="1957755"/>
            <a:ext cx="5323772" cy="421920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57755"/>
            <a:ext cx="5323772" cy="42192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BEC6AE7-A2CB-D8FE-60DB-24C101E80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8842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6029" y="1622080"/>
            <a:ext cx="5301547" cy="351630"/>
          </a:xfrm>
        </p:spPr>
        <p:txBody>
          <a:bodyPr anchor="b"/>
          <a:lstStyle>
            <a:lvl1pPr marL="0" indent="0">
              <a:buNone/>
              <a:defRPr sz="2400" b="1" i="0">
                <a:latin typeface="Poppins SemiBold" pitchFamily="2" charset="77"/>
                <a:cs typeface="Poppins SemiBold" pitchFamily="2" charset="77"/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22080"/>
            <a:ext cx="5323772" cy="351630"/>
          </a:xfrm>
        </p:spPr>
        <p:txBody>
          <a:bodyPr anchor="b"/>
          <a:lstStyle>
            <a:lvl1pPr marL="0" indent="0">
              <a:buNone/>
              <a:defRPr sz="2400" b="1" i="0">
                <a:latin typeface="Poppins SemiBold" pitchFamily="2" charset="77"/>
                <a:cs typeface="Poppins SemiBold" pitchFamily="2" charset="77"/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131BCB3-B545-7EA9-FE51-CA860BD0BC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1ED3951-B70F-E69F-E4A3-3B299775513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96028" y="2145323"/>
            <a:ext cx="5323772" cy="416419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168E351-383C-377C-E72D-A947D2DDB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45323"/>
            <a:ext cx="5323772" cy="41641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74641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D91A31-FA53-4761-5B93-7634FEC5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050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313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6028" y="1011314"/>
            <a:ext cx="4319819" cy="1068388"/>
          </a:xfrm>
        </p:spPr>
        <p:txBody>
          <a:bodyPr anchor="t"/>
          <a:lstStyle>
            <a:lvl1pPr>
              <a:defRPr sz="3999"/>
            </a:lvl1pPr>
          </a:lstStyle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11314"/>
            <a:ext cx="6312784" cy="485767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400"/>
            </a:lvl3pPr>
            <a:lvl4pPr>
              <a:defRPr sz="1000"/>
            </a:lvl4pPr>
            <a:lvl5pPr>
              <a:defRPr sz="1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6028" y="2241395"/>
            <a:ext cx="4319819" cy="3627593"/>
          </a:xfrm>
        </p:spPr>
        <p:txBody>
          <a:bodyPr/>
          <a:lstStyle>
            <a:lvl1pPr marL="0" indent="0">
              <a:buNone/>
              <a:defRPr sz="2000"/>
            </a:lvl1pPr>
            <a:lvl2pPr marL="457109" indent="0">
              <a:buNone/>
              <a:defRPr sz="1400"/>
            </a:lvl2pPr>
            <a:lvl3pPr marL="914217" indent="0">
              <a:buNone/>
              <a:defRPr sz="1200"/>
            </a:lvl3pPr>
            <a:lvl4pPr marL="1371326" indent="0">
              <a:buNone/>
              <a:defRPr sz="1000"/>
            </a:lvl4pPr>
            <a:lvl5pPr marL="1828434" indent="0">
              <a:buNone/>
              <a:defRPr sz="1000"/>
            </a:lvl5pPr>
            <a:lvl6pPr marL="2285543" indent="0">
              <a:buNone/>
              <a:defRPr sz="1000"/>
            </a:lvl6pPr>
            <a:lvl7pPr marL="2742651" indent="0">
              <a:buNone/>
              <a:defRPr sz="1000"/>
            </a:lvl7pPr>
            <a:lvl8pPr marL="3199760" indent="0">
              <a:buNone/>
              <a:defRPr sz="1000"/>
            </a:lvl8pPr>
            <a:lvl9pPr marL="3656868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064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11314"/>
            <a:ext cx="6312784" cy="4857674"/>
          </a:xfrm>
        </p:spPr>
        <p:txBody>
          <a:bodyPr anchor="t"/>
          <a:lstStyle>
            <a:lvl1pPr marL="0" indent="0">
              <a:buNone/>
              <a:defRPr sz="2000"/>
            </a:lvl1pPr>
            <a:lvl2pPr marL="457109" indent="0">
              <a:buNone/>
              <a:defRPr sz="2799"/>
            </a:lvl2pPr>
            <a:lvl3pPr marL="914217" indent="0">
              <a:buNone/>
              <a:defRPr sz="2400"/>
            </a:lvl3pPr>
            <a:lvl4pPr marL="1371326" indent="0">
              <a:buNone/>
              <a:defRPr sz="2000"/>
            </a:lvl4pPr>
            <a:lvl5pPr marL="1828434" indent="0">
              <a:buNone/>
              <a:defRPr sz="2000"/>
            </a:lvl5pPr>
            <a:lvl6pPr marL="2285543" indent="0">
              <a:buNone/>
              <a:defRPr sz="2000"/>
            </a:lvl6pPr>
            <a:lvl7pPr marL="2742651" indent="0">
              <a:buNone/>
              <a:defRPr sz="2000"/>
            </a:lvl7pPr>
            <a:lvl8pPr marL="3199760" indent="0">
              <a:buNone/>
              <a:defRPr sz="2000"/>
            </a:lvl8pPr>
            <a:lvl9pPr marL="3656868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3AF6017-C758-0B51-8CD1-993C442E12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28" y="1011314"/>
            <a:ext cx="4319819" cy="1068388"/>
          </a:xfrm>
        </p:spPr>
        <p:txBody>
          <a:bodyPr anchor="t"/>
          <a:lstStyle>
            <a:lvl1pPr>
              <a:defRPr sz="3999"/>
            </a:lvl1pPr>
          </a:lstStyle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565F206-8310-B1F0-BAF5-02DDB9566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6028" y="2241395"/>
            <a:ext cx="4319819" cy="3627593"/>
          </a:xfrm>
        </p:spPr>
        <p:txBody>
          <a:bodyPr/>
          <a:lstStyle>
            <a:lvl1pPr marL="0" indent="0">
              <a:buNone/>
              <a:defRPr sz="2000"/>
            </a:lvl1pPr>
            <a:lvl2pPr marL="457109" indent="0">
              <a:buNone/>
              <a:defRPr sz="1400"/>
            </a:lvl2pPr>
            <a:lvl3pPr marL="914217" indent="0">
              <a:buNone/>
              <a:defRPr sz="1200"/>
            </a:lvl3pPr>
            <a:lvl4pPr marL="1371326" indent="0">
              <a:buNone/>
              <a:defRPr sz="1000"/>
            </a:lvl4pPr>
            <a:lvl5pPr marL="1828434" indent="0">
              <a:buNone/>
              <a:defRPr sz="1000"/>
            </a:lvl5pPr>
            <a:lvl6pPr marL="2285543" indent="0">
              <a:buNone/>
              <a:defRPr sz="1000"/>
            </a:lvl6pPr>
            <a:lvl7pPr marL="2742651" indent="0">
              <a:buNone/>
              <a:defRPr sz="1000"/>
            </a:lvl7pPr>
            <a:lvl8pPr marL="3199760" indent="0">
              <a:buNone/>
              <a:defRPr sz="1000"/>
            </a:lvl8pPr>
            <a:lvl9pPr marL="3656868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91228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AFD44AD-7ED0-6C9A-5152-8DC6A0C88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2671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1268413"/>
            <a:ext cx="2771072" cy="4908550"/>
          </a:xfrm>
        </p:spPr>
        <p:txBody>
          <a:bodyPr vert="eaVert" anchor="t"/>
          <a:lstStyle/>
          <a:p>
            <a:r>
              <a:rPr lang="en-GB" dirty="0"/>
              <a:t>Slide heading comes here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6028" y="1269111"/>
            <a:ext cx="7823297" cy="491330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73C2-C793-9541-A35D-1B40A1524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5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6029" y="715737"/>
            <a:ext cx="8998828" cy="73285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6028" y="1957755"/>
            <a:ext cx="10799944" cy="42534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96019" y="6461919"/>
            <a:ext cx="8631449" cy="216000"/>
          </a:xfrm>
          <a:prstGeom prst="rect">
            <a:avLst/>
          </a:prstGeom>
        </p:spPr>
        <p:txBody>
          <a:bodyPr vert="horz" lIns="0" tIns="0" rIns="0" bIns="36000" rtlCol="0" anchor="t">
            <a:noAutofit/>
          </a:bodyPr>
          <a:lstStyle>
            <a:lvl1pPr algn="l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26007" y="6464299"/>
            <a:ext cx="269965" cy="216000"/>
          </a:xfrm>
          <a:prstGeom prst="rect">
            <a:avLst/>
          </a:prstGeom>
          <a:ln w="12700">
            <a:noFill/>
          </a:ln>
        </p:spPr>
        <p:txBody>
          <a:bodyPr vert="horz" lIns="0" tIns="0" rIns="0" bIns="0" rtlCol="0" anchor="t">
            <a:noAutofit/>
          </a:bodyPr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EB573C2-C793-9541-A35D-1B40A15245B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113A407-78AC-E567-E317-B3830B77B3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347186" y="515890"/>
            <a:ext cx="1148786" cy="270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77AEA15-10D7-35FC-5575-83B4A07C7EEF}"/>
              </a:ext>
            </a:extLst>
          </p:cNvPr>
          <p:cNvGrpSpPr/>
          <p:nvPr userDrawn="1"/>
        </p:nvGrpSpPr>
        <p:grpSpPr>
          <a:xfrm>
            <a:off x="698815" y="507515"/>
            <a:ext cx="899883" cy="54000"/>
            <a:chOff x="-9554021" y="613707"/>
            <a:chExt cx="36000000" cy="13716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EEA9A8-8F6B-248F-C0E3-EE58C8E3F629}"/>
                </a:ext>
              </a:extLst>
            </p:cNvPr>
            <p:cNvSpPr/>
            <p:nvPr/>
          </p:nvSpPr>
          <p:spPr>
            <a:xfrm>
              <a:off x="-9554021" y="613707"/>
              <a:ext cx="22500000" cy="1371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FD818-A7B0-84D1-69EF-ED27F6B19836}"/>
                </a:ext>
              </a:extLst>
            </p:cNvPr>
            <p:cNvSpPr/>
            <p:nvPr/>
          </p:nvSpPr>
          <p:spPr>
            <a:xfrm>
              <a:off x="12945979" y="613707"/>
              <a:ext cx="4500000" cy="137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3B1AA31-BC01-732E-3B13-0D1D5357B372}"/>
                </a:ext>
              </a:extLst>
            </p:cNvPr>
            <p:cNvSpPr/>
            <p:nvPr/>
          </p:nvSpPr>
          <p:spPr>
            <a:xfrm>
              <a:off x="17445979" y="613707"/>
              <a:ext cx="9000000" cy="13716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185F3551-4B67-ACED-64B3-79F4F6E9AEC7}"/>
              </a:ext>
            </a:extLst>
          </p:cNvPr>
          <p:cNvSpPr txBox="1">
            <a:spLocks/>
          </p:cNvSpPr>
          <p:nvPr userDrawn="1"/>
        </p:nvSpPr>
        <p:spPr>
          <a:xfrm>
            <a:off x="696027" y="6461919"/>
            <a:ext cx="1619834" cy="216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System Font Regular"/>
              <a:buChar char="⁃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Poppins SemiBold" pitchFamily="2" charset="77"/>
              </a:rPr>
              <a:t>Ashika Group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BEDBAF-08AB-B0E0-0B28-647AE19EFDB0}"/>
              </a:ext>
            </a:extLst>
          </p:cNvPr>
          <p:cNvCxnSpPr>
            <a:cxnSpLocks/>
          </p:cNvCxnSpPr>
          <p:nvPr userDrawn="1"/>
        </p:nvCxnSpPr>
        <p:spPr>
          <a:xfrm>
            <a:off x="696703" y="6400800"/>
            <a:ext cx="10798594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23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16" r:id="rId54"/>
    <p:sldLayoutId id="2147483717" r:id="rId55"/>
    <p:sldLayoutId id="2147483718" r:id="rId56"/>
    <p:sldLayoutId id="2147483719" r:id="rId57"/>
    <p:sldLayoutId id="2147483720" r:id="rId58"/>
    <p:sldLayoutId id="2147483721" r:id="rId59"/>
    <p:sldLayoutId id="2147483722" r:id="rId60"/>
    <p:sldLayoutId id="2147483723" r:id="rId6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2999" b="0" i="0" kern="1200" spc="-75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System Font Regular"/>
        <a:buChar char="⁃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System Font Regular"/>
        <a:buChar char="⁃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System Font Regular"/>
        <a:buChar char="⁃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System Font Regular"/>
        <a:buChar char="⁃"/>
        <a:defRPr sz="1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System Font Regular"/>
        <a:buChar char="⁃"/>
        <a:defRPr sz="1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1">
          <p15:clr>
            <a:srgbClr val="A4A3A4"/>
          </p15:clr>
        </p15:guide>
        <p15:guide id="3" orient="horz" pos="691">
          <p15:clr>
            <a:srgbClr val="F26B43"/>
          </p15:clr>
        </p15:guide>
        <p15:guide id="4" pos="877">
          <p15:clr>
            <a:srgbClr val="F26B43"/>
          </p15:clr>
        </p15:guide>
        <p15:guide id="5" orient="horz" pos="1598">
          <p15:clr>
            <a:srgbClr val="F26B43"/>
          </p15:clr>
        </p15:guide>
        <p15:guide id="6" orient="horz" pos="1825">
          <p15:clr>
            <a:srgbClr val="F26B43"/>
          </p15:clr>
        </p15:guide>
        <p15:guide id="7" orient="horz" pos="2732">
          <p15:clr>
            <a:srgbClr val="F26B43"/>
          </p15:clr>
        </p15:guide>
        <p15:guide id="8" orient="horz" pos="2959">
          <p15:clr>
            <a:srgbClr val="F26B43"/>
          </p15:clr>
        </p15:guide>
        <p15:guide id="9" orient="horz" pos="3866">
          <p15:clr>
            <a:srgbClr val="F26B43"/>
          </p15:clr>
        </p15:guide>
        <p15:guide id="10" orient="horz" pos="4774">
          <p15:clr>
            <a:srgbClr val="F26B43"/>
          </p15:clr>
        </p15:guide>
        <p15:guide id="11" orient="horz" pos="5681">
          <p15:clr>
            <a:srgbClr val="F26B43"/>
          </p15:clr>
        </p15:guide>
        <p15:guide id="12" orient="horz" pos="5908">
          <p15:clr>
            <a:srgbClr val="F26B43"/>
          </p15:clr>
        </p15:guide>
        <p15:guide id="13" orient="horz" pos="6815">
          <p15:clr>
            <a:srgbClr val="F26B43"/>
          </p15:clr>
        </p15:guide>
        <p15:guide id="14" orient="horz" pos="7042">
          <p15:clr>
            <a:srgbClr val="F26B43"/>
          </p15:clr>
        </p15:guide>
        <p15:guide id="15" orient="horz" pos="7949">
          <p15:clr>
            <a:srgbClr val="F26B43"/>
          </p15:clr>
        </p15:guide>
        <p15:guide id="16" pos="1784">
          <p15:clr>
            <a:srgbClr val="F26B43"/>
          </p15:clr>
        </p15:guide>
        <p15:guide id="17" pos="2011">
          <p15:clr>
            <a:srgbClr val="F26B43"/>
          </p15:clr>
        </p15:guide>
        <p15:guide id="18" pos="2918">
          <p15:clr>
            <a:srgbClr val="F26B43"/>
          </p15:clr>
        </p15:guide>
        <p15:guide id="19" pos="3145">
          <p15:clr>
            <a:srgbClr val="F26B43"/>
          </p15:clr>
        </p15:guide>
        <p15:guide id="20" pos="4052">
          <p15:clr>
            <a:srgbClr val="F26B43"/>
          </p15:clr>
        </p15:guide>
        <p15:guide id="21" pos="4279">
          <p15:clr>
            <a:srgbClr val="F26B43"/>
          </p15:clr>
        </p15:guide>
        <p15:guide id="22" pos="5186">
          <p15:clr>
            <a:srgbClr val="F26B43"/>
          </p15:clr>
        </p15:guide>
        <p15:guide id="23" pos="5413">
          <p15:clr>
            <a:srgbClr val="F26B43"/>
          </p15:clr>
        </p15:guide>
        <p15:guide id="24" pos="6320">
          <p15:clr>
            <a:srgbClr val="F26B43"/>
          </p15:clr>
        </p15:guide>
        <p15:guide id="25" pos="6547">
          <p15:clr>
            <a:srgbClr val="F26B43"/>
          </p15:clr>
        </p15:guide>
        <p15:guide id="26" pos="7454">
          <p15:clr>
            <a:srgbClr val="F26B43"/>
          </p15:clr>
        </p15:guide>
        <p15:guide id="27" pos="7908">
          <p15:clr>
            <a:srgbClr val="F26B43"/>
          </p15:clr>
        </p15:guide>
        <p15:guide id="28" pos="8815">
          <p15:clr>
            <a:srgbClr val="F26B43"/>
          </p15:clr>
        </p15:guide>
        <p15:guide id="29" pos="9042">
          <p15:clr>
            <a:srgbClr val="F26B43"/>
          </p15:clr>
        </p15:guide>
        <p15:guide id="30" pos="9949">
          <p15:clr>
            <a:srgbClr val="F26B43"/>
          </p15:clr>
        </p15:guide>
        <p15:guide id="31" pos="10176">
          <p15:clr>
            <a:srgbClr val="F26B43"/>
          </p15:clr>
        </p15:guide>
        <p15:guide id="32" pos="11083">
          <p15:clr>
            <a:srgbClr val="F26B43"/>
          </p15:clr>
        </p15:guide>
        <p15:guide id="33" pos="11310">
          <p15:clr>
            <a:srgbClr val="F26B43"/>
          </p15:clr>
        </p15:guide>
        <p15:guide id="34" pos="12217">
          <p15:clr>
            <a:srgbClr val="F26B43"/>
          </p15:clr>
        </p15:guide>
        <p15:guide id="35" pos="12444">
          <p15:clr>
            <a:srgbClr val="F26B43"/>
          </p15:clr>
        </p15:guide>
        <p15:guide id="36" pos="13351">
          <p15:clr>
            <a:srgbClr val="F26B43"/>
          </p15:clr>
        </p15:guide>
        <p15:guide id="37" pos="13578">
          <p15:clr>
            <a:srgbClr val="F26B43"/>
          </p15:clr>
        </p15:guide>
        <p15:guide id="38" pos="144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FF8A94-18CE-D90E-029C-94B31CE85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Month 20XX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F9CBC-05A4-8E0C-BB5D-A98FE3AB1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Presenter Name / Secondary Information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D758D9-4AC4-1434-7015-3E3D21AE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title comes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33709-554A-E579-8C5E-58247A256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Subtitle comes here</a:t>
            </a:r>
          </a:p>
        </p:txBody>
      </p:sp>
    </p:spTree>
    <p:extLst>
      <p:ext uri="{BB962C8B-B14F-4D97-AF65-F5344CB8AC3E}">
        <p14:creationId xmlns:p14="http://schemas.microsoft.com/office/powerpoint/2010/main" val="417971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D07FD7-1F5F-D70E-EBD9-7F89EDD3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228554"/>
            <a:fld id="{EEB573C2-C793-9541-A35D-1B40A15245BA}" type="slidenum">
              <a:rPr lang="en-US">
                <a:solidFill>
                  <a:srgbClr val="000000">
                    <a:lumMod val="50000"/>
                    <a:lumOff val="50000"/>
                  </a:srgbClr>
                </a:solidFill>
                <a:latin typeface="Poppins"/>
              </a:rPr>
              <a:pPr defTabSz="228554"/>
              <a:t>2</a:t>
            </a:fld>
            <a:endParaRPr lang="en-US">
              <a:solidFill>
                <a:srgbClr val="000000">
                  <a:lumMod val="50000"/>
                  <a:lumOff val="50000"/>
                </a:srgbClr>
              </a:solidFill>
              <a:latin typeface="Poppin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30A96C-7C40-0C1A-687E-2733DD63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 / Slide heading comes here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2EC39-7053-FBF6-8B1D-36DF6FE8BF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F4ECC6-BD67-A345-7C4A-8F52B17675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01504-EF6B-49F5-169F-4EDE626767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7098A17-3A61-8AF9-6CD0-1C65820068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B68923-FFD1-3F6E-9FA4-671D3E86E2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B5AA8C-013A-3557-6B35-B8C5E6A6F0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CE1A38-1A7A-A287-4500-B78D3BF08E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95E0B77-4EB6-B63F-6FD6-45E0B2B576B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Section name </a:t>
            </a:r>
            <a:br>
              <a:rPr lang="en-US" dirty="0"/>
            </a:br>
            <a:r>
              <a:rPr lang="en-US" dirty="0"/>
              <a:t>comes here</a:t>
            </a:r>
          </a:p>
        </p:txBody>
      </p:sp>
    </p:spTree>
    <p:extLst>
      <p:ext uri="{BB962C8B-B14F-4D97-AF65-F5344CB8AC3E}">
        <p14:creationId xmlns:p14="http://schemas.microsoft.com/office/powerpoint/2010/main" val="11785312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Ashika Colour Palett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243F8D"/>
      </a:accent1>
      <a:accent2>
        <a:srgbClr val="24B6D1"/>
      </a:accent2>
      <a:accent3>
        <a:srgbClr val="00B26B"/>
      </a:accent3>
      <a:accent4>
        <a:srgbClr val="4C4D4C"/>
      </a:accent4>
      <a:accent5>
        <a:srgbClr val="767776"/>
      </a:accent5>
      <a:accent6>
        <a:srgbClr val="9E9F9E"/>
      </a:accent6>
      <a:hlink>
        <a:srgbClr val="243F8D"/>
      </a:hlink>
      <a:folHlink>
        <a:srgbClr val="96607D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90000" rtlCol="0" anchor="ctr"/>
      <a:lstStyle>
        <a:defPPr algn="ctr">
          <a:defRPr sz="20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smtClean="0">
            <a:solidFill>
              <a:schemeClr val="tx1">
                <a:lumMod val="85000"/>
                <a:lumOff val="15000"/>
              </a:schemeClr>
            </a:solidFill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45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Archivo</vt:lpstr>
      <vt:lpstr>Arial</vt:lpstr>
      <vt:lpstr>Poppins</vt:lpstr>
      <vt:lpstr>Poppins ExtraLight</vt:lpstr>
      <vt:lpstr>Poppins Light</vt:lpstr>
      <vt:lpstr>Poppins Medium</vt:lpstr>
      <vt:lpstr>Poppins SemiBold</vt:lpstr>
      <vt:lpstr>System Font Regular</vt:lpstr>
      <vt:lpstr>1_Office Theme</vt:lpstr>
      <vt:lpstr>Presentation title comes here</vt:lpstr>
      <vt:lpstr>Contents / Slide heading comes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Bansode</dc:creator>
  <cp:lastModifiedBy>Sachin Bansode</cp:lastModifiedBy>
  <cp:revision>1</cp:revision>
  <dcterms:created xsi:type="dcterms:W3CDTF">2026-04-08T05:12:00Z</dcterms:created>
  <dcterms:modified xsi:type="dcterms:W3CDTF">2026-04-08T05:57:12Z</dcterms:modified>
</cp:coreProperties>
</file>